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4" r:id="rId4"/>
    <p:sldMasterId id="2147483957" r:id="rId5"/>
  </p:sldMasterIdLst>
  <p:notesMasterIdLst>
    <p:notesMasterId r:id="rId7"/>
  </p:notesMasterIdLst>
  <p:handoutMasterIdLst>
    <p:handoutMasterId r:id="rId8"/>
  </p:handoutMasterIdLst>
  <p:sldIdLst>
    <p:sldId id="1989" r:id="rId6"/>
  </p:sldIdLst>
  <p:sldSz cx="12192000" cy="6858000"/>
  <p:notesSz cx="6858000" cy="9144000"/>
  <p:custDataLst>
    <p:tags r:id="rId9"/>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gemini Masters" id="{4E249A1C-D928-4AC0-A77C-65440B7A141B}">
          <p14:sldIdLst>
            <p14:sldId id="1989"/>
          </p14:sldIdLst>
        </p14:section>
      </p14:sectionLst>
    </p:ext>
    <p:ext uri="{EFAFB233-063F-42B5-8137-9DF3F51BA10A}">
      <p15:sldGuideLst xmlns:p15="http://schemas.microsoft.com/office/powerpoint/2012/main">
        <p15:guide id="5" orient="horz" pos="2341" userDrawn="1">
          <p15:clr>
            <a:srgbClr val="A4A3A4"/>
          </p15:clr>
        </p15:guide>
        <p15:guide id="7" pos="365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F497D"/>
    <a:srgbClr val="0B79AA"/>
    <a:srgbClr val="CAD1A1"/>
    <a:srgbClr val="4BACC6"/>
    <a:srgbClr val="AABED2"/>
    <a:srgbClr val="0070AD"/>
    <a:srgbClr val="FF7E83"/>
    <a:srgbClr val="2B0A3D"/>
    <a:srgbClr val="00C37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3F7EBC-2D6A-4084-8EEB-4695768CD2B5}" v="1" dt="2022-09-14T06:48:12.0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71" autoAdjust="0"/>
    <p:restoredTop sz="93792" autoAdjust="0"/>
  </p:normalViewPr>
  <p:slideViewPr>
    <p:cSldViewPr>
      <p:cViewPr varScale="1">
        <p:scale>
          <a:sx n="80" d="100"/>
          <a:sy n="80" d="100"/>
        </p:scale>
        <p:origin x="739" y="53"/>
      </p:cViewPr>
      <p:guideLst>
        <p:guide orient="horz" pos="2341"/>
        <p:guide pos="3659"/>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p:cViewPr varScale="1">
        <p:scale>
          <a:sx n="74" d="100"/>
          <a:sy n="74" d="100"/>
        </p:scale>
        <p:origin x="2706"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tags" Target="tags/tag1.xml"/><Relationship Id="rId14"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29/10/2022</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29/10/2022</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dirty="0"/>
              <a:t>Insert comments</a:t>
            </a:r>
            <a:endParaRPr lang="pt-BR" dirty="0"/>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a:extLst>
              <a:ext uri="{FF2B5EF4-FFF2-40B4-BE49-F238E27FC236}">
                <a16:creationId xmlns:a16="http://schemas.microsoft.com/office/drawing/2014/main" id="{FE8C64E9-6908-4C8D-A34B-006D18F0D6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a:extLst>
              <a:ext uri="{FF2B5EF4-FFF2-40B4-BE49-F238E27FC236}">
                <a16:creationId xmlns:a16="http://schemas.microsoft.com/office/drawing/2014/main" id="{9C8E31D1-17D2-4FF9-845C-778BEC2694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nl-NL" altLang="nl-NL" dirty="0"/>
          </a:p>
        </p:txBody>
      </p:sp>
    </p:spTree>
    <p:extLst>
      <p:ext uri="{BB962C8B-B14F-4D97-AF65-F5344CB8AC3E}">
        <p14:creationId xmlns:p14="http://schemas.microsoft.com/office/powerpoint/2010/main" val="13188094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3.xml"/><Relationship Id="rId7" Type="http://schemas.openxmlformats.org/officeDocument/2006/relationships/image" Target="../media/image1.emf"/><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4.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7.xml"/><Relationship Id="rId7" Type="http://schemas.openxmlformats.org/officeDocument/2006/relationships/image" Target="../media/image1.emf"/><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oleObject" Target="../embeddings/oleObject4.bin"/><Relationship Id="rId5" Type="http://schemas.openxmlformats.org/officeDocument/2006/relationships/slideMaster" Target="../slideMasters/slideMaster1.xml"/><Relationship Id="rId4" Type="http://schemas.openxmlformats.org/officeDocument/2006/relationships/tags" Target="../tags/tag18.xml"/></Relationships>
</file>

<file path=ppt/slideLayouts/_rels/slideLayout4.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tags" Target="../tags/tag21.xml"/><Relationship Id="rId7"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9"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30.xml"/><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2.xml"/><Relationship Id="rId1" Type="http://schemas.openxmlformats.org/officeDocument/2006/relationships/tags" Target="../tags/tag32.xml"/><Relationship Id="rId4" Type="http://schemas.openxmlformats.org/officeDocument/2006/relationships/image" Target="../media/image2.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2.xml"/><Relationship Id="rId1" Type="http://schemas.openxmlformats.org/officeDocument/2006/relationships/tags" Target="../tags/tag33.xml"/><Relationship Id="rId4" Type="http://schemas.openxmlformats.org/officeDocument/2006/relationships/image" Target="../media/image2.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s://www.capgemini.com/insights-data" TargetMode="External"/><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2.xml"/><Relationship Id="rId1" Type="http://schemas.openxmlformats.org/officeDocument/2006/relationships/tags" Target="../tags/tag34.xml"/><Relationship Id="rId4" Type="http://schemas.openxmlformats.org/officeDocument/2006/relationships/image" Target="../media/image2.emf"/></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3"/>
            </p:custDataLst>
          </p:nvPr>
        </p:nvSpPr>
        <p:spPr>
          <a:xfrm>
            <a:off x="398021" y="1494771"/>
            <a:ext cx="11793979"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2212137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4"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3"/>
            </p:custDataLst>
          </p:nvPr>
        </p:nvSpPr>
        <p:spPr>
          <a:xfrm>
            <a:off x="398021" y="2111956"/>
            <a:ext cx="11793979" cy="4026560"/>
          </a:xfrm>
        </p:spPr>
        <p:txBody>
          <a:bodyPr/>
          <a:lstStyle>
            <a:lvl1pPr>
              <a:defRPr b="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8" name="Espace réservé du texte 7"/>
          <p:cNvSpPr>
            <a:spLocks noGrp="1"/>
          </p:cNvSpPr>
          <p:nvPr>
            <p:ph type="body" sz="quarter" idx="11" hasCustomPrompt="1"/>
            <p:custDataLst>
              <p:tags r:id="rId4"/>
            </p:custDataLst>
          </p:nvPr>
        </p:nvSpPr>
        <p:spPr>
          <a:xfrm>
            <a:off x="398144" y="1495447"/>
            <a:ext cx="11813714" cy="643612"/>
          </a:xfrm>
        </p:spPr>
        <p:txBody>
          <a:bodyPr/>
          <a:lstStyle>
            <a:lvl1pPr marL="0" indent="0">
              <a:buNone/>
              <a:defRPr b="1">
                <a:solidFill>
                  <a:schemeClr val="accent2"/>
                </a:solidFill>
              </a:defRPr>
            </a:lvl1pPr>
          </a:lstStyle>
          <a:p>
            <a:pPr lvl="0"/>
            <a:r>
              <a:rPr lang="fr-FR" dirty="0"/>
              <a:t>Click to </a:t>
            </a:r>
            <a:r>
              <a:rPr lang="fr-FR" dirty="0" err="1"/>
              <a:t>edit</a:t>
            </a:r>
            <a:r>
              <a:rPr lang="fr-FR" dirty="0"/>
              <a:t> Master </a:t>
            </a:r>
            <a:r>
              <a:rPr lang="fr-FR" dirty="0" err="1"/>
              <a:t>text</a:t>
            </a:r>
            <a:r>
              <a:rPr lang="fr-FR" dirty="0"/>
              <a:t> style</a:t>
            </a:r>
          </a:p>
        </p:txBody>
      </p:sp>
    </p:spTree>
    <p:extLst>
      <p:ext uri="{BB962C8B-B14F-4D97-AF65-F5344CB8AC3E}">
        <p14:creationId xmlns:p14="http://schemas.microsoft.com/office/powerpoint/2010/main" val="842653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5" name="Object 4"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2"/>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3"/>
            </p:custDataLst>
          </p:nvPr>
        </p:nvSpPr>
        <p:spPr>
          <a:xfrm>
            <a:off x="387334" y="1533439"/>
            <a:ext cx="5541093" cy="471550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4"/>
            </p:custDataLst>
          </p:nvPr>
        </p:nvSpPr>
        <p:spPr>
          <a:xfrm>
            <a:off x="6181954" y="1533440"/>
            <a:ext cx="5541093" cy="472558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4288414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name="think-cell Slide" r:id="rId8" imgW="360" imgH="360" progId="">
                  <p:embed/>
                </p:oleObj>
              </mc:Choice>
              <mc:Fallback>
                <p:oleObj name="think-cell Slide" r:id="rId8" imgW="360" imgH="360" progId="">
                  <p:embed/>
                  <p:pic>
                    <p:nvPicPr>
                      <p:cNvPr id="8" name="Object 7" hidden="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2"/>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3"/>
            </p:custDataLst>
          </p:nvPr>
        </p:nvSpPr>
        <p:spPr>
          <a:xfrm>
            <a:off x="387334" y="2206953"/>
            <a:ext cx="5541093" cy="4041990"/>
          </a:xfr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4"/>
            </p:custDataLst>
          </p:nvPr>
        </p:nvSpPr>
        <p:spPr>
          <a:xfrm>
            <a:off x="6181954" y="2208394"/>
            <a:ext cx="5541093" cy="4050630"/>
          </a:xfrm>
        </p:spPr>
        <p:txBody>
          <a:bodyPr/>
          <a:lstStyle>
            <a:lvl1pPr>
              <a:defRPr sz="1800"/>
            </a:lvl1pPr>
            <a:lvl2pPr>
              <a:defRPr sz="1600"/>
            </a:lvl2pPr>
            <a:lvl3pPr>
              <a:defRPr sz="1400"/>
            </a:lvl3pPr>
            <a:lvl4pPr>
              <a:defRPr sz="1200"/>
            </a:lvl4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Espace réservé du texte 6"/>
          <p:cNvSpPr>
            <a:spLocks noGrp="1"/>
          </p:cNvSpPr>
          <p:nvPr>
            <p:ph type="body" sz="quarter" idx="12" hasCustomPrompt="1"/>
            <p:custDataLst>
              <p:tags r:id="rId5"/>
            </p:custDataLst>
          </p:nvPr>
        </p:nvSpPr>
        <p:spPr>
          <a:xfrm>
            <a:off x="387335" y="1542648"/>
            <a:ext cx="5541093" cy="653034"/>
          </a:xfrm>
        </p:spPr>
        <p:txBody>
          <a:bodyPr anchor="ctr"/>
          <a:lstStyle>
            <a:lvl1pPr algn="ctr">
              <a:buNone/>
              <a:defRPr sz="2200" b="1">
                <a:solidFill>
                  <a:schemeClr val="tx2">
                    <a:lumMod val="50000"/>
                  </a:schemeClr>
                </a:solidFill>
              </a:defRPr>
            </a:lvl1pPr>
            <a:lvl5pPr>
              <a:buNone/>
              <a:defRPr/>
            </a:lvl5pPr>
          </a:lstStyle>
          <a:p>
            <a:pPr lvl="0"/>
            <a:r>
              <a:rPr lang="en-US" noProof="0" dirty="0"/>
              <a:t>Click to edit Master text style</a:t>
            </a:r>
          </a:p>
        </p:txBody>
      </p:sp>
      <p:sp>
        <p:nvSpPr>
          <p:cNvPr id="9" name="Espace réservé du texte 8"/>
          <p:cNvSpPr>
            <a:spLocks noGrp="1"/>
          </p:cNvSpPr>
          <p:nvPr>
            <p:ph type="body" sz="quarter" idx="13" hasCustomPrompt="1"/>
            <p:custDataLst>
              <p:tags r:id="rId6"/>
            </p:custDataLst>
          </p:nvPr>
        </p:nvSpPr>
        <p:spPr>
          <a:xfrm>
            <a:off x="6182332" y="1533439"/>
            <a:ext cx="5541093"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a:t>Click to edit Master text style</a:t>
            </a:r>
          </a:p>
        </p:txBody>
      </p:sp>
    </p:spTree>
    <p:extLst>
      <p:ext uri="{BB962C8B-B14F-4D97-AF65-F5344CB8AC3E}">
        <p14:creationId xmlns:p14="http://schemas.microsoft.com/office/powerpoint/2010/main" val="1090415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4-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hasCustomPrompt="1"/>
          </p:nvPr>
        </p:nvSpPr>
        <p:spPr>
          <a:xfrm>
            <a:off x="292348" y="1436915"/>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4" name="Content Placeholder 3"/>
          <p:cNvSpPr>
            <a:spLocks noGrp="1"/>
          </p:cNvSpPr>
          <p:nvPr>
            <p:ph sz="half" idx="2" hasCustomPrompt="1"/>
          </p:nvPr>
        </p:nvSpPr>
        <p:spPr>
          <a:xfrm>
            <a:off x="292348"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5" name="Text Placeholder 4"/>
          <p:cNvSpPr>
            <a:spLocks noGrp="1"/>
          </p:cNvSpPr>
          <p:nvPr>
            <p:ph type="body" sz="quarter" idx="3" hasCustomPrompt="1"/>
          </p:nvPr>
        </p:nvSpPr>
        <p:spPr>
          <a:xfrm>
            <a:off x="6217054" y="1436915"/>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6" name="Content Placeholder 5"/>
          <p:cNvSpPr>
            <a:spLocks noGrp="1"/>
          </p:cNvSpPr>
          <p:nvPr>
            <p:ph sz="quarter" idx="4" hasCustomPrompt="1"/>
          </p:nvPr>
        </p:nvSpPr>
        <p:spPr>
          <a:xfrm>
            <a:off x="6217054" y="1902620"/>
            <a:ext cx="5718048" cy="1861869"/>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7" name="Text Placeholder 2"/>
          <p:cNvSpPr>
            <a:spLocks noGrp="1"/>
          </p:cNvSpPr>
          <p:nvPr>
            <p:ph type="body" idx="12" hasCustomPrompt="1"/>
          </p:nvPr>
        </p:nvSpPr>
        <p:spPr>
          <a:xfrm>
            <a:off x="292348" y="3820890"/>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8" name="Content Placeholder 3"/>
          <p:cNvSpPr>
            <a:spLocks noGrp="1"/>
          </p:cNvSpPr>
          <p:nvPr>
            <p:ph sz="half" idx="13" hasCustomPrompt="1"/>
          </p:nvPr>
        </p:nvSpPr>
        <p:spPr>
          <a:xfrm>
            <a:off x="292348"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Text Placeholder 4"/>
          <p:cNvSpPr>
            <a:spLocks noGrp="1"/>
          </p:cNvSpPr>
          <p:nvPr>
            <p:ph type="body" sz="quarter" idx="14" hasCustomPrompt="1"/>
          </p:nvPr>
        </p:nvSpPr>
        <p:spPr>
          <a:xfrm>
            <a:off x="6217054" y="3820890"/>
            <a:ext cx="5718048" cy="518130"/>
          </a:xfrm>
          <a:solidFill>
            <a:schemeClr val="accent1"/>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tx1"/>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a:t>Click to edit Master text style</a:t>
            </a:r>
          </a:p>
        </p:txBody>
      </p:sp>
      <p:sp>
        <p:nvSpPr>
          <p:cNvPr id="10" name="Content Placeholder 5"/>
          <p:cNvSpPr>
            <a:spLocks noGrp="1"/>
          </p:cNvSpPr>
          <p:nvPr>
            <p:ph sz="quarter" idx="15" hasCustomPrompt="1"/>
          </p:nvPr>
        </p:nvSpPr>
        <p:spPr>
          <a:xfrm>
            <a:off x="6217054" y="4286584"/>
            <a:ext cx="5718048" cy="2011680"/>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3694120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3"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2"/>
            </p:custDataLst>
          </p:nvPr>
        </p:nvSpPr>
        <p:spPr/>
        <p:txBody>
          <a:bodyPr/>
          <a:lstStyle>
            <a:lvl1pPr>
              <a:defRPr/>
            </a:lvl1pPr>
          </a:lstStyle>
          <a:p>
            <a:pPr lvl="0"/>
            <a:r>
              <a:rPr lang="en-US" noProof="0" dirty="0"/>
              <a:t>Click to edit Master title style</a:t>
            </a:r>
          </a:p>
        </p:txBody>
      </p:sp>
    </p:spTree>
    <p:extLst>
      <p:ext uri="{BB962C8B-B14F-4D97-AF65-F5344CB8AC3E}">
        <p14:creationId xmlns:p14="http://schemas.microsoft.com/office/powerpoint/2010/main" val="469661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7" y="11"/>
          <a:ext cx="180998" cy="143985"/>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 y="1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80419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and Table">
    <p:spTree>
      <p:nvGrpSpPr>
        <p:cNvPr id="1" name=""/>
        <p:cNvGrpSpPr/>
        <p:nvPr/>
      </p:nvGrpSpPr>
      <p:grpSpPr>
        <a:xfrm>
          <a:off x="0" y="0"/>
          <a:ext cx="0" cy="0"/>
          <a:chOff x="0" y="0"/>
          <a:chExt cx="0" cy="0"/>
        </a:xfrm>
      </p:grpSpPr>
      <p:sp>
        <p:nvSpPr>
          <p:cNvPr id="3" name="Table Placeholder 2"/>
          <p:cNvSpPr>
            <a:spLocks noGrp="1"/>
          </p:cNvSpPr>
          <p:nvPr>
            <p:ph type="tbl" idx="1"/>
          </p:nvPr>
        </p:nvSpPr>
        <p:spPr bwMode="gray">
          <a:xfrm>
            <a:off x="321579" y="990600"/>
            <a:ext cx="11582400" cy="5029200"/>
          </a:xfrm>
        </p:spPr>
        <p:txBody>
          <a:bodyPr/>
          <a:lstStyle/>
          <a:p>
            <a:pPr lvl="0"/>
            <a:r>
              <a:rPr lang="en-US" noProof="0"/>
              <a:t>Click icon to add table</a:t>
            </a:r>
            <a:endParaRPr lang="en-US" noProof="0" dirty="0"/>
          </a:p>
        </p:txBody>
      </p:sp>
      <p:sp>
        <p:nvSpPr>
          <p:cNvPr id="6" name="Rectangle 134"/>
          <p:cNvSpPr>
            <a:spLocks noGrp="1" noChangeArrowheads="1"/>
          </p:cNvSpPr>
          <p:nvPr>
            <p:ph type="title"/>
          </p:nvPr>
        </p:nvSpPr>
        <p:spPr bwMode="gray">
          <a:xfrm>
            <a:off x="321733" y="212730"/>
            <a:ext cx="11618976" cy="549275"/>
          </a:xfrm>
          <a:prstGeom prst="rect">
            <a:avLst/>
          </a:prstGeom>
          <a:noFill/>
          <a:ln w="9525">
            <a:noFill/>
            <a:miter lim="800000"/>
            <a:headEnd/>
            <a:tailEnd/>
          </a:ln>
          <a:effectLst/>
        </p:spPr>
        <p:txBody>
          <a:bodyPr/>
          <a:lstStyle/>
          <a:p>
            <a:pPr lvl="0"/>
            <a:r>
              <a:rPr lang="en-US"/>
              <a:t>Click to edit Master title style</a:t>
            </a:r>
            <a:endParaRPr lang="en-US" dirty="0"/>
          </a:p>
        </p:txBody>
      </p:sp>
      <p:sp>
        <p:nvSpPr>
          <p:cNvPr id="4" name="Rectangle 101"/>
          <p:cNvSpPr>
            <a:spLocks noGrp="1" noChangeArrowheads="1"/>
          </p:cNvSpPr>
          <p:nvPr>
            <p:ph type="dt" sz="half" idx="10"/>
          </p:nvPr>
        </p:nvSpPr>
        <p:spPr>
          <a:xfrm>
            <a:off x="4572000" y="6533673"/>
            <a:ext cx="3544277" cy="165100"/>
          </a:xfrm>
          <a:prstGeom prst="rect">
            <a:avLst/>
          </a:prstGeom>
        </p:spPr>
        <p:txBody>
          <a:bodyPr/>
          <a:lstStyle>
            <a:lvl1pPr fontAlgn="base">
              <a:spcBef>
                <a:spcPct val="0"/>
              </a:spcBef>
              <a:spcAft>
                <a:spcPct val="0"/>
              </a:spcAft>
              <a:defRPr sz="900">
                <a:solidFill>
                  <a:schemeClr val="tx1"/>
                </a:solidFill>
                <a:latin typeface="Arial" charset="0"/>
              </a:defRPr>
            </a:lvl1pPr>
          </a:lstStyle>
          <a:p>
            <a:fld id="{425404F2-BE9A-4460-8815-8F645183555F}" type="datetimeFigureOut">
              <a:rPr lang="en-US" smtClean="0"/>
              <a:pPr/>
              <a:t>10/29/2022</a:t>
            </a:fld>
            <a:endParaRPr lang="en-US"/>
          </a:p>
        </p:txBody>
      </p:sp>
      <p:sp>
        <p:nvSpPr>
          <p:cNvPr id="5" name="Rectangle 103"/>
          <p:cNvSpPr>
            <a:spLocks noGrp="1" noChangeArrowheads="1"/>
          </p:cNvSpPr>
          <p:nvPr>
            <p:ph type="sldNum" sz="quarter" idx="11"/>
          </p:nvPr>
        </p:nvSpPr>
        <p:spPr>
          <a:xfrm>
            <a:off x="11941908" y="6732599"/>
            <a:ext cx="242277" cy="103187"/>
          </a:xfrm>
          <a:prstGeom prst="rect">
            <a:avLst/>
          </a:prstGeom>
        </p:spPr>
        <p:txBody>
          <a:bodyPr/>
          <a:lstStyle>
            <a:lvl1pPr fontAlgn="base">
              <a:spcBef>
                <a:spcPct val="0"/>
              </a:spcBef>
              <a:spcAft>
                <a:spcPct val="0"/>
              </a:spcAft>
              <a:defRPr/>
            </a:lvl1pPr>
          </a:lstStyle>
          <a:p>
            <a:fld id="{96E69268-9C8B-4EBF-A9EE-DC5DC2D48DC3}" type="slidenum">
              <a:rPr lang="en-US" smtClean="0"/>
              <a:pPr/>
              <a:t>‹#›</a:t>
            </a:fld>
            <a:endParaRPr lang="en-US"/>
          </a:p>
        </p:txBody>
      </p:sp>
    </p:spTree>
    <p:extLst>
      <p:ext uri="{BB962C8B-B14F-4D97-AF65-F5344CB8AC3E}">
        <p14:creationId xmlns:p14="http://schemas.microsoft.com/office/powerpoint/2010/main" val="1316518027"/>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67268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p>
        </p:txBody>
      </p:sp>
    </p:spTree>
    <p:extLst>
      <p:ext uri="{BB962C8B-B14F-4D97-AF65-F5344CB8AC3E}">
        <p14:creationId xmlns:p14="http://schemas.microsoft.com/office/powerpoint/2010/main" val="11711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2" name="Titre 1"/>
          <p:cNvSpPr>
            <a:spLocks noGrp="1"/>
          </p:cNvSpPr>
          <p:nvPr>
            <p:ph type="title"/>
          </p:nvPr>
        </p:nvSpPr>
        <p:spPr>
          <a:xfrm>
            <a:off x="227349" y="0"/>
            <a:ext cx="11125236" cy="1104900"/>
          </a:xfrm>
        </p:spPr>
        <p:txBody>
          <a:bodyPr/>
          <a:lstStyle/>
          <a:p>
            <a:r>
              <a:rPr lang="en-US"/>
              <a:t>Click to edit Master title style</a:t>
            </a:r>
            <a:endParaRPr lang="en-US" dirty="0"/>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28496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Tree>
    <p:extLst>
      <p:ext uri="{BB962C8B-B14F-4D97-AF65-F5344CB8AC3E}">
        <p14:creationId xmlns:p14="http://schemas.microsoft.com/office/powerpoint/2010/main" val="16153372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extLst>
      <p:ext uri="{BB962C8B-B14F-4D97-AF65-F5344CB8AC3E}">
        <p14:creationId xmlns:p14="http://schemas.microsoft.com/office/powerpoint/2010/main" val="30486463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751912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94581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a:extLst>
              <a:ext uri="{FF2B5EF4-FFF2-40B4-BE49-F238E27FC236}">
                <a16:creationId xmlns:a16="http://schemas.microsoft.com/office/drawing/2014/main" id="{1EFB3510-D39A-47CF-8191-109DDF9E53D5}"/>
              </a:ext>
            </a:extLst>
          </p:cNvPr>
          <p:cNvSpPr/>
          <p:nvPr/>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3312605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11311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p>
        </p:txBody>
      </p:sp>
    </p:spTree>
    <p:extLst>
      <p:ext uri="{BB962C8B-B14F-4D97-AF65-F5344CB8AC3E}">
        <p14:creationId xmlns:p14="http://schemas.microsoft.com/office/powerpoint/2010/main" val="21387373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pic>
        <p:nvPicPr>
          <p:cNvPr id="10" name="Graphic 9">
            <a:extLst>
              <a:ext uri="{FF2B5EF4-FFF2-40B4-BE49-F238E27FC236}">
                <a16:creationId xmlns:a16="http://schemas.microsoft.com/office/drawing/2014/main" id="{DDCA2B41-0A1F-45C2-A74A-EB99E41096F1}"/>
              </a:ext>
            </a:extLst>
          </p:cNvPr>
          <p:cNvPicPr>
            <a:picLocks noChangeAspect="1"/>
          </p:cNvPicPr>
          <p:nvPr userDrawn="1"/>
        </p:nvPicPr>
        <p:blipFill rotWithShape="1">
          <a:blip r:embed="rId2" cstate="print">
            <a:extLst>
              <a:ext uri="{96DAC541-7B7A-43D3-8B79-37D633B846F1}">
                <asvg:svgBlip xmlns:asvg="http://schemas.microsoft.com/office/drawing/2016/SVG/main" r:embed="rId3"/>
              </a:ext>
            </a:extLst>
          </a:blip>
          <a:srcRect l="81836" t="-4713" b="16530"/>
          <a:stretch/>
        </p:blipFill>
        <p:spPr>
          <a:xfrm>
            <a:off x="11491419" y="164829"/>
            <a:ext cx="424356" cy="459624"/>
          </a:xfrm>
          <a:prstGeom prst="rect">
            <a:avLst/>
          </a:prstGeom>
        </p:spPr>
      </p:pic>
      <p:sp>
        <p:nvSpPr>
          <p:cNvPr id="2" name="Titre 1"/>
          <p:cNvSpPr>
            <a:spLocks noGrp="1"/>
          </p:cNvSpPr>
          <p:nvPr>
            <p:ph type="title"/>
          </p:nvPr>
        </p:nvSpPr>
        <p:spPr>
          <a:xfrm>
            <a:off x="227349" y="0"/>
            <a:ext cx="11125236" cy="1104900"/>
          </a:xfrm>
        </p:spPr>
        <p:txBody>
          <a:bodyPr/>
          <a:lstStyle/>
          <a:p>
            <a:r>
              <a:rPr lang="en-US"/>
              <a:t>Click to edit Master title style</a:t>
            </a:r>
            <a:endParaRPr lang="en-US" dirty="0"/>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303266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Tree>
    <p:extLst>
      <p:ext uri="{BB962C8B-B14F-4D97-AF65-F5344CB8AC3E}">
        <p14:creationId xmlns:p14="http://schemas.microsoft.com/office/powerpoint/2010/main" val="26312258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extLst>
      <p:ext uri="{BB962C8B-B14F-4D97-AF65-F5344CB8AC3E}">
        <p14:creationId xmlns:p14="http://schemas.microsoft.com/office/powerpoint/2010/main" val="1305334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10143224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33030721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losing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5"/>
          <p:cNvSpPr>
            <a:spLocks/>
          </p:cNvSpPr>
          <p:nvPr userDrawn="1"/>
        </p:nvSpPr>
        <p:spPr bwMode="auto">
          <a:xfrm>
            <a:off x="-1243012" y="-2656920"/>
            <a:ext cx="10768012"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9" name="Group 8"/>
          <p:cNvGrpSpPr/>
          <p:nvPr userDrawn="1"/>
        </p:nvGrpSpPr>
        <p:grpSpPr>
          <a:xfrm>
            <a:off x="4979035" y="2404110"/>
            <a:ext cx="735013" cy="682321"/>
            <a:chOff x="5662614" y="3032124"/>
            <a:chExt cx="863600" cy="801689"/>
          </a:xfrm>
        </p:grpSpPr>
        <p:sp>
          <p:nvSpPr>
            <p:cNvPr id="10" name="Freeform 9"/>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2"/>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798415"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81792"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65169"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48545"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15038" y="3979258"/>
            <a:ext cx="333195" cy="333195"/>
          </a:xfrm>
          <a:prstGeom prst="rect">
            <a:avLst/>
          </a:prstGeom>
          <a:noFill/>
        </p:spPr>
      </p:pic>
      <p:sp>
        <p:nvSpPr>
          <p:cNvPr id="23" name="Rectangle 22"/>
          <p:cNvSpPr/>
          <p:nvPr userDrawn="1"/>
        </p:nvSpPr>
        <p:spPr>
          <a:xfrm>
            <a:off x="415038" y="5640913"/>
            <a:ext cx="4198620" cy="569387"/>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mn-lt"/>
                <a:cs typeface="Arial"/>
              </a:rPr>
              <a:t>This message contains information that may be privileged or confidential and is the property of the Capgemini Group.</a:t>
            </a:r>
            <a:br>
              <a:rPr lang="en-US" sz="800" noProof="0" dirty="0">
                <a:solidFill>
                  <a:schemeClr val="bg1"/>
                </a:solidFill>
                <a:latin typeface="+mn-lt"/>
                <a:cs typeface="Arial"/>
              </a:rPr>
            </a:br>
            <a:r>
              <a:rPr lang="en-US" sz="800" noProof="0" dirty="0">
                <a:solidFill>
                  <a:schemeClr val="bg1"/>
                </a:solidFill>
                <a:latin typeface="Arial"/>
                <a:cs typeface="Arial"/>
              </a:rPr>
              <a:t>Copyright © 2019 Capgemini. All rights reserved.</a:t>
            </a:r>
          </a:p>
          <a:p>
            <a:pPr marL="0" marR="0" indent="0" defTabSz="957756" rtl="0" eaLnBrk="1" fontAlgn="auto" latinLnBrk="0" hangingPunct="1">
              <a:lnSpc>
                <a:spcPct val="100000"/>
              </a:lnSpc>
              <a:spcBef>
                <a:spcPts val="0"/>
              </a:spcBef>
              <a:spcAft>
                <a:spcPts val="600"/>
              </a:spcAft>
              <a:buClrTx/>
              <a:buSzTx/>
              <a:buFontTx/>
              <a:buNone/>
              <a:tabLst/>
              <a:defRPr/>
            </a:pPr>
            <a:r>
              <a:rPr lang="en-US" sz="800" noProof="0" dirty="0">
                <a:solidFill>
                  <a:schemeClr val="bg1"/>
                </a:solidFill>
                <a:latin typeface="Arial"/>
                <a:cs typeface="Arial"/>
              </a:rPr>
              <a:t>Rightshore</a:t>
            </a:r>
            <a:r>
              <a:rPr lang="en-US" sz="800" baseline="30000" noProof="0" dirty="0">
                <a:solidFill>
                  <a:schemeClr val="bg1"/>
                </a:solidFill>
                <a:latin typeface="Arial"/>
                <a:cs typeface="Arial"/>
              </a:rPr>
              <a:t>®</a:t>
            </a:r>
            <a:r>
              <a:rPr lang="en-US" sz="800" noProof="0" dirty="0">
                <a:solidFill>
                  <a:schemeClr val="bg1"/>
                </a:solidFill>
                <a:latin typeface="Arial"/>
                <a:cs typeface="Arial"/>
              </a:rPr>
              <a:t> is a trademark belonging to Capgemini.</a:t>
            </a:r>
          </a:p>
        </p:txBody>
      </p:sp>
      <p:sp>
        <p:nvSpPr>
          <p:cNvPr id="24" name="Rectangle 23"/>
          <p:cNvSpPr/>
          <p:nvPr userDrawn="1"/>
        </p:nvSpPr>
        <p:spPr>
          <a:xfrm>
            <a:off x="6536184" y="5933302"/>
            <a:ext cx="5219699" cy="276999"/>
          </a:xfrm>
          <a:prstGeom prst="rect">
            <a:avLst/>
          </a:prstGeom>
        </p:spPr>
        <p:txBody>
          <a:bodyPr wrap="square" lIns="0" tIns="0" rIns="0" bIns="0" anchor="b" anchorCtr="0">
            <a:spAutoFit/>
          </a:bodyPr>
          <a:lstStyle/>
          <a:p>
            <a:pPr>
              <a:spcAft>
                <a:spcPts val="600"/>
              </a:spcAft>
            </a:pPr>
            <a:r>
              <a:rPr lang="en-US" sz="600" dirty="0">
                <a:cs typeface="Arial"/>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pic>
        <p:nvPicPr>
          <p:cNvPr id="29" name="Picture 28"/>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407572" y="4434172"/>
            <a:ext cx="2560320" cy="201012"/>
          </a:xfrm>
          <a:prstGeom prst="rect">
            <a:avLst/>
          </a:prstGeom>
        </p:spPr>
      </p:pic>
      <p:sp>
        <p:nvSpPr>
          <p:cNvPr id="22" name="Rectangle 21">
            <a:extLst>
              <a:ext uri="{FF2B5EF4-FFF2-40B4-BE49-F238E27FC236}">
                <a16:creationId xmlns:a16="http://schemas.microsoft.com/office/drawing/2014/main" id="{E8908264-69B6-46C3-BC5E-E71F4E6DCBC3}"/>
              </a:ext>
            </a:extLst>
          </p:cNvPr>
          <p:cNvSpPr/>
          <p:nvPr userDrawn="1"/>
        </p:nvSpPr>
        <p:spPr>
          <a:xfrm>
            <a:off x="6536184" y="2886346"/>
            <a:ext cx="5247829"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kern="1200" dirty="0">
                <a:solidFill>
                  <a:schemeClr val="tx1"/>
                </a:solidFill>
                <a:effectLst/>
                <a:latin typeface="+mn-lt"/>
                <a:ea typeface="+mn-ea"/>
                <a:cs typeface="+mn-cs"/>
              </a:rPr>
              <a:t>A global leader in consulting, technology services and digital transformation, Capgemini is at the forefront of innovation to address the entire breadth of clients’ opportunities in the evolving world of cloud, digital and platforms. </a:t>
            </a:r>
            <a:r>
              <a:rPr lang="en-GB" sz="900" kern="1200" dirty="0">
                <a:solidFill>
                  <a:schemeClr val="tx1"/>
                </a:solidFill>
                <a:effectLst/>
                <a:latin typeface="+mn-lt"/>
                <a:ea typeface="+mn-ea"/>
                <a:cs typeface="+mn-cs"/>
              </a:rPr>
              <a:t>Building on its strong 50-year heritage and deep industry-specific expertise, Capgemini enables organizations to realize their business ambitions through an array of services </a:t>
            </a:r>
            <a:r>
              <a:rPr lang="en-US" sz="900" kern="1200" dirty="0">
                <a:solidFill>
                  <a:schemeClr val="tx1"/>
                </a:solidFill>
                <a:effectLst/>
                <a:latin typeface="+mn-lt"/>
                <a:ea typeface="+mn-ea"/>
                <a:cs typeface="+mn-cs"/>
              </a:rPr>
              <a:t>from strategy to operations. Capgemini is driven by the conviction that the business value of technology comes from and through people. It is a multicultural company of 200,000 team members in over 40 countries. The Group reported 2018 global revenues of EUR 13.2 billion.</a:t>
            </a:r>
          </a:p>
        </p:txBody>
      </p:sp>
      <p:sp>
        <p:nvSpPr>
          <p:cNvPr id="28" name="Rectangle 27">
            <a:extLst>
              <a:ext uri="{FF2B5EF4-FFF2-40B4-BE49-F238E27FC236}">
                <a16:creationId xmlns:a16="http://schemas.microsoft.com/office/drawing/2014/main" id="{F4BD3913-98BD-4928-8844-07710E664913}"/>
              </a:ext>
            </a:extLst>
          </p:cNvPr>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sp>
        <p:nvSpPr>
          <p:cNvPr id="30" name="Rectangle 29">
            <a:hlinkClick r:id="rId13"/>
            <a:extLst>
              <a:ext uri="{FF2B5EF4-FFF2-40B4-BE49-F238E27FC236}">
                <a16:creationId xmlns:a16="http://schemas.microsoft.com/office/drawing/2014/main" id="{C02D1075-18AF-446B-8E8B-8F7A7B83644F}"/>
              </a:ext>
            </a:extLst>
          </p:cNvPr>
          <p:cNvSpPr/>
          <p:nvPr userDrawn="1"/>
        </p:nvSpPr>
        <p:spPr>
          <a:xfrm>
            <a:off x="6536184" y="436790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ts val="1400"/>
              </a:lnSpc>
              <a:spcAft>
                <a:spcPts val="600"/>
              </a:spcAft>
            </a:pPr>
            <a:r>
              <a:rPr lang="en-US" sz="900" dirty="0">
                <a:solidFill>
                  <a:schemeClr val="tx1"/>
                </a:solidFill>
              </a:rPr>
              <a:t>Learn more about us at</a:t>
            </a:r>
            <a:br>
              <a:rPr lang="en-US" sz="900" dirty="0">
                <a:solidFill>
                  <a:schemeClr val="tx1"/>
                </a:solidFill>
              </a:rPr>
            </a:br>
            <a:r>
              <a:rPr lang="en-US" sz="1400" dirty="0">
                <a:solidFill>
                  <a:schemeClr val="accent2"/>
                </a:solidFill>
              </a:rPr>
              <a:t>www.capgemini.com </a:t>
            </a:r>
          </a:p>
        </p:txBody>
      </p:sp>
    </p:spTree>
    <p:extLst>
      <p:ext uri="{BB962C8B-B14F-4D97-AF65-F5344CB8AC3E}">
        <p14:creationId xmlns:p14="http://schemas.microsoft.com/office/powerpoint/2010/main" val="8238605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a:spLocks/>
          </p:cNvSpPr>
          <p:nvPr userDrawn="1"/>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accent2"/>
                </a:solidFill>
              </a:defRPr>
            </a:lvl1pPr>
          </a:lstStyle>
          <a:p>
            <a:r>
              <a:rPr lang="en-US"/>
              <a:t>Click to insert title</a:t>
            </a:r>
          </a:p>
        </p:txBody>
      </p:sp>
    </p:spTree>
    <p:extLst>
      <p:ext uri="{BB962C8B-B14F-4D97-AF65-F5344CB8AC3E}">
        <p14:creationId xmlns:p14="http://schemas.microsoft.com/office/powerpoint/2010/main" val="1172499700"/>
      </p:ext>
    </p:extLst>
  </p:cSld>
  <p:clrMapOvr>
    <a:masterClrMapping/>
  </p:clrMapOvr>
  <p:extLst>
    <p:ext uri="{DCECCB84-F9BA-43D5-87BE-67443E8EF086}">
      <p15:sldGuideLst xmlns:p15="http://schemas.microsoft.com/office/powerpoint/2012/main">
        <p15:guide id="1" orient="horz" pos="3339">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OnePager Template 2017 NL">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9D2BDE31-324A-48D9-B4FF-035BEA65875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70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E3CEDC4D-033D-4D91-8567-3DB7DAE7163D}"/>
              </a:ext>
            </a:extLst>
          </p:cNvPr>
          <p:cNvSpPr txBox="1">
            <a:spLocks noChangeArrowheads="1"/>
          </p:cNvSpPr>
          <p:nvPr userDrawn="1"/>
        </p:nvSpPr>
        <p:spPr bwMode="auto">
          <a:xfrm>
            <a:off x="626268" y="2469484"/>
            <a:ext cx="1392238"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dirty="0">
                <a:solidFill>
                  <a:srgbClr val="0070AD"/>
                </a:solidFill>
              </a:rPr>
              <a:t>Strengths</a:t>
            </a:r>
          </a:p>
        </p:txBody>
      </p:sp>
      <p:sp>
        <p:nvSpPr>
          <p:cNvPr id="13" name="TextBox 12">
            <a:extLst>
              <a:ext uri="{FF2B5EF4-FFF2-40B4-BE49-F238E27FC236}">
                <a16:creationId xmlns:a16="http://schemas.microsoft.com/office/drawing/2014/main" id="{D339581F-401A-4397-A921-4BD17DB75784}"/>
              </a:ext>
            </a:extLst>
          </p:cNvPr>
          <p:cNvSpPr txBox="1">
            <a:spLocks noChangeArrowheads="1"/>
          </p:cNvSpPr>
          <p:nvPr userDrawn="1"/>
        </p:nvSpPr>
        <p:spPr bwMode="auto">
          <a:xfrm>
            <a:off x="5157789" y="2538372"/>
            <a:ext cx="1876425" cy="27781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dirty="0">
                <a:solidFill>
                  <a:srgbClr val="0070AD"/>
                </a:solidFill>
              </a:rPr>
              <a:t>Achievement </a:t>
            </a:r>
          </a:p>
        </p:txBody>
      </p:sp>
      <p:sp>
        <p:nvSpPr>
          <p:cNvPr id="14" name="TextBox 13">
            <a:extLst>
              <a:ext uri="{FF2B5EF4-FFF2-40B4-BE49-F238E27FC236}">
                <a16:creationId xmlns:a16="http://schemas.microsoft.com/office/drawing/2014/main" id="{F4598366-533C-437A-8E31-70591EDA43AA}"/>
              </a:ext>
            </a:extLst>
          </p:cNvPr>
          <p:cNvSpPr txBox="1">
            <a:spLocks noChangeArrowheads="1"/>
          </p:cNvSpPr>
          <p:nvPr userDrawn="1"/>
        </p:nvSpPr>
        <p:spPr bwMode="auto">
          <a:xfrm>
            <a:off x="9366250" y="320675"/>
            <a:ext cx="2779713" cy="276225"/>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fontAlgn="base">
              <a:spcBef>
                <a:spcPct val="0"/>
              </a:spcBef>
              <a:spcAft>
                <a:spcPct val="0"/>
              </a:spcAft>
              <a:defRPr>
                <a:solidFill>
                  <a:schemeClr val="tx1"/>
                </a:solidFill>
                <a:latin typeface="Verdana" panose="020B0604030504040204" pitchFamily="34" charset="0"/>
              </a:defRPr>
            </a:lvl6pPr>
            <a:lvl7pPr marL="2971800" indent="-228600" fontAlgn="base">
              <a:spcBef>
                <a:spcPct val="0"/>
              </a:spcBef>
              <a:spcAft>
                <a:spcPct val="0"/>
              </a:spcAft>
              <a:defRPr>
                <a:solidFill>
                  <a:schemeClr val="tx1"/>
                </a:solidFill>
                <a:latin typeface="Verdana" panose="020B0604030504040204" pitchFamily="34" charset="0"/>
              </a:defRPr>
            </a:lvl7pPr>
            <a:lvl8pPr marL="3429000" indent="-228600" fontAlgn="base">
              <a:spcBef>
                <a:spcPct val="0"/>
              </a:spcBef>
              <a:spcAft>
                <a:spcPct val="0"/>
              </a:spcAft>
              <a:defRPr>
                <a:solidFill>
                  <a:schemeClr val="tx1"/>
                </a:solidFill>
                <a:latin typeface="Verdana" panose="020B0604030504040204" pitchFamily="34" charset="0"/>
              </a:defRPr>
            </a:lvl8pPr>
            <a:lvl9pPr marL="3886200" indent="-228600" fontAlgn="base">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200" b="1">
                <a:solidFill>
                  <a:srgbClr val="0070AD"/>
                </a:solidFill>
              </a:rPr>
              <a:t>Education and certificates</a:t>
            </a:r>
          </a:p>
        </p:txBody>
      </p:sp>
      <p:grpSp>
        <p:nvGrpSpPr>
          <p:cNvPr id="15" name="Group 2">
            <a:extLst>
              <a:ext uri="{FF2B5EF4-FFF2-40B4-BE49-F238E27FC236}">
                <a16:creationId xmlns:a16="http://schemas.microsoft.com/office/drawing/2014/main" id="{238FAB7E-E38F-4E04-AA07-A553E5EC0500}"/>
              </a:ext>
            </a:extLst>
          </p:cNvPr>
          <p:cNvGrpSpPr>
            <a:grpSpLocks/>
          </p:cNvGrpSpPr>
          <p:nvPr userDrawn="1"/>
        </p:nvGrpSpPr>
        <p:grpSpPr bwMode="auto">
          <a:xfrm>
            <a:off x="2349500" y="1057275"/>
            <a:ext cx="1566863" cy="1108075"/>
            <a:chOff x="2384425" y="1239838"/>
            <a:chExt cx="1143000" cy="898525"/>
          </a:xfrm>
        </p:grpSpPr>
        <p:sp>
          <p:nvSpPr>
            <p:cNvPr id="17" name="TextBox 11">
              <a:extLst>
                <a:ext uri="{FF2B5EF4-FFF2-40B4-BE49-F238E27FC236}">
                  <a16:creationId xmlns:a16="http://schemas.microsoft.com/office/drawing/2014/main" id="{F1A16182-C8A0-42B8-9931-C972244781EE}"/>
                </a:ext>
              </a:extLst>
            </p:cNvPr>
            <p:cNvSpPr txBox="1">
              <a:spLocks noChangeArrowheads="1"/>
            </p:cNvSpPr>
            <p:nvPr/>
          </p:nvSpPr>
          <p:spPr bwMode="white">
            <a:xfrm>
              <a:off x="2385583" y="1429069"/>
              <a:ext cx="1141842" cy="429953"/>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Base Location:</a:t>
              </a:r>
            </a:p>
          </p:txBody>
        </p:sp>
        <p:sp>
          <p:nvSpPr>
            <p:cNvPr id="18" name="TextBox 12">
              <a:extLst>
                <a:ext uri="{FF2B5EF4-FFF2-40B4-BE49-F238E27FC236}">
                  <a16:creationId xmlns:a16="http://schemas.microsoft.com/office/drawing/2014/main" id="{7CFAE8E2-AB5D-4CF9-8115-B93DB764BCD5}"/>
                </a:ext>
              </a:extLst>
            </p:cNvPr>
            <p:cNvSpPr txBox="1">
              <a:spLocks noChangeArrowheads="1"/>
            </p:cNvSpPr>
            <p:nvPr/>
          </p:nvSpPr>
          <p:spPr bwMode="white">
            <a:xfrm>
              <a:off x="2385583" y="1628598"/>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Email ID:</a:t>
              </a:r>
            </a:p>
          </p:txBody>
        </p:sp>
        <p:sp>
          <p:nvSpPr>
            <p:cNvPr id="19" name="TextBox 13">
              <a:extLst>
                <a:ext uri="{FF2B5EF4-FFF2-40B4-BE49-F238E27FC236}">
                  <a16:creationId xmlns:a16="http://schemas.microsoft.com/office/drawing/2014/main" id="{6279758B-4941-4EC1-BBBA-6F16A5431D5E}"/>
                </a:ext>
              </a:extLst>
            </p:cNvPr>
            <p:cNvSpPr txBox="1">
              <a:spLocks noChangeArrowheads="1"/>
            </p:cNvSpPr>
            <p:nvPr/>
          </p:nvSpPr>
          <p:spPr bwMode="white">
            <a:xfrm>
              <a:off x="2385583" y="1820404"/>
              <a:ext cx="1141842" cy="212402"/>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Mobile No:</a:t>
              </a:r>
            </a:p>
          </p:txBody>
        </p:sp>
        <p:sp>
          <p:nvSpPr>
            <p:cNvPr id="20" name="Rectangle 19">
              <a:extLst>
                <a:ext uri="{FF2B5EF4-FFF2-40B4-BE49-F238E27FC236}">
                  <a16:creationId xmlns:a16="http://schemas.microsoft.com/office/drawing/2014/main" id="{0FF096E5-D044-4527-937A-B258AF65D442}"/>
                </a:ext>
              </a:extLst>
            </p:cNvPr>
            <p:cNvSpPr/>
            <p:nvPr/>
          </p:nvSpPr>
          <p:spPr bwMode="white">
            <a:xfrm>
              <a:off x="2384425" y="1239838"/>
              <a:ext cx="1104784" cy="8985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nl-NL"/>
            </a:p>
          </p:txBody>
        </p:sp>
      </p:grpSp>
      <p:sp>
        <p:nvSpPr>
          <p:cNvPr id="22" name="TextBox 13">
            <a:extLst>
              <a:ext uri="{FF2B5EF4-FFF2-40B4-BE49-F238E27FC236}">
                <a16:creationId xmlns:a16="http://schemas.microsoft.com/office/drawing/2014/main" id="{DD2D64F5-C5D9-4322-B3FC-BC21AF1343F5}"/>
              </a:ext>
            </a:extLst>
          </p:cNvPr>
          <p:cNvSpPr txBox="1">
            <a:spLocks noChangeArrowheads="1"/>
          </p:cNvSpPr>
          <p:nvPr userDrawn="1"/>
        </p:nvSpPr>
        <p:spPr bwMode="white">
          <a:xfrm>
            <a:off x="2357438" y="1990725"/>
            <a:ext cx="1563687" cy="260350"/>
          </a:xfrm>
          <a:prstGeom prst="rect">
            <a:avLst/>
          </a:prstGeom>
          <a:noFill/>
          <a:ln>
            <a:noFill/>
          </a:ln>
        </p:spPr>
        <p:txBody>
          <a:bodyP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eaLnBrk="1" hangingPunct="1">
              <a:defRPr/>
            </a:pPr>
            <a:r>
              <a:rPr lang="nl-NL" altLang="nl-NL" sz="1100" b="1" dirty="0">
                <a:solidFill>
                  <a:schemeClr val="bg1"/>
                </a:solidFill>
              </a:rPr>
              <a:t>Grade:</a:t>
            </a:r>
          </a:p>
        </p:txBody>
      </p:sp>
      <p:pic>
        <p:nvPicPr>
          <p:cNvPr id="24" name="Picture 8" descr="Strengths">
            <a:extLst>
              <a:ext uri="{FF2B5EF4-FFF2-40B4-BE49-F238E27FC236}">
                <a16:creationId xmlns:a16="http://schemas.microsoft.com/office/drawing/2014/main" id="{19E068FC-C38C-4D71-9A54-1BAA4BDE3EA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7788" y="2133600"/>
            <a:ext cx="611187"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2" descr="Achievement, trophy icon">
            <a:extLst>
              <a:ext uri="{FF2B5EF4-FFF2-40B4-BE49-F238E27FC236}">
                <a16:creationId xmlns:a16="http://schemas.microsoft.com/office/drawing/2014/main" id="{44891430-3EA5-4446-8A82-C16C5949E1A3}"/>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740275" y="2362200"/>
            <a:ext cx="446088" cy="44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Placeholder 5"/>
          <p:cNvSpPr>
            <a:spLocks noGrp="1"/>
          </p:cNvSpPr>
          <p:nvPr>
            <p:ph type="body" sz="quarter" idx="36"/>
          </p:nvPr>
        </p:nvSpPr>
        <p:spPr>
          <a:xfrm>
            <a:off x="4836699" y="2995865"/>
            <a:ext cx="4009644" cy="3621503"/>
          </a:xfrm>
        </p:spPr>
        <p:txBody>
          <a:bodyPr>
            <a:noAutofit/>
          </a:bodyPr>
          <a:lstStyle>
            <a:lvl1pPr>
              <a:lnSpc>
                <a:spcPct val="150000"/>
              </a:lnSpc>
              <a:defRPr sz="1000" i="0" u="none" baseline="0"/>
            </a:lvl1pPr>
            <a:lvl2pPr>
              <a:lnSpc>
                <a:spcPct val="114000"/>
              </a:lnSpc>
              <a:defRPr/>
            </a:lvl2pPr>
          </a:lstStyle>
          <a:p>
            <a:pPr lvl="0"/>
            <a:r>
              <a:rPr lang="en-US" dirty="0"/>
              <a:t>Click to edit Master text styles</a:t>
            </a:r>
          </a:p>
          <a:p>
            <a:pPr lvl="1"/>
            <a:r>
              <a:rPr lang="en-US" dirty="0"/>
              <a:t>Second level</a:t>
            </a:r>
          </a:p>
        </p:txBody>
      </p:sp>
      <p:sp>
        <p:nvSpPr>
          <p:cNvPr id="23" name="Text Placeholder 5"/>
          <p:cNvSpPr>
            <a:spLocks noGrp="1"/>
          </p:cNvSpPr>
          <p:nvPr>
            <p:ph type="body" sz="quarter" idx="41"/>
          </p:nvPr>
        </p:nvSpPr>
        <p:spPr bwMode="white">
          <a:xfrm>
            <a:off x="2468282" y="290679"/>
            <a:ext cx="6223654" cy="306703"/>
          </a:xfrm>
        </p:spPr>
        <p:txBody>
          <a:bodyPr>
            <a:noAutofit/>
          </a:bodyPr>
          <a:lstStyle>
            <a:lvl1pPr>
              <a:defRPr sz="2100" b="1" baseline="0">
                <a:solidFill>
                  <a:schemeClr val="bg1"/>
                </a:solidFill>
              </a:defRPr>
            </a:lvl1pPr>
          </a:lstStyle>
          <a:p>
            <a:pPr lvl="0"/>
            <a:r>
              <a:rPr lang="en-US" dirty="0"/>
              <a:t>Click to edit Master text styles</a:t>
            </a:r>
          </a:p>
        </p:txBody>
      </p:sp>
      <p:sp>
        <p:nvSpPr>
          <p:cNvPr id="25" name="Text Placeholder 5"/>
          <p:cNvSpPr>
            <a:spLocks noGrp="1"/>
          </p:cNvSpPr>
          <p:nvPr>
            <p:ph type="body" sz="quarter" idx="42"/>
          </p:nvPr>
        </p:nvSpPr>
        <p:spPr bwMode="white">
          <a:xfrm>
            <a:off x="2468279" y="665942"/>
            <a:ext cx="6056596" cy="321205"/>
          </a:xfrm>
        </p:spPr>
        <p:txBody>
          <a:bodyPr>
            <a:noAutofit/>
          </a:bodyPr>
          <a:lstStyle>
            <a:lvl1pPr marL="0" marR="0" indent="0" algn="l" defTabSz="914400" rtl="0" eaLnBrk="1" fontAlgn="auto" latinLnBrk="0" hangingPunct="1">
              <a:lnSpc>
                <a:spcPts val="2200"/>
              </a:lnSpc>
              <a:spcBef>
                <a:spcPts val="0"/>
              </a:spcBef>
              <a:spcAft>
                <a:spcPts val="600"/>
              </a:spcAft>
              <a:buClrTx/>
              <a:buSzTx/>
              <a:buFont typeface="Arial" panose="020B0604020202020204" pitchFamily="34" charset="0"/>
              <a:buNone/>
              <a:tabLst/>
              <a:defRPr sz="1400">
                <a:solidFill>
                  <a:schemeClr val="bg1"/>
                </a:solidFill>
              </a:defRPr>
            </a:lvl1pPr>
          </a:lstStyle>
          <a:p>
            <a:pPr lvl="0"/>
            <a:r>
              <a:rPr lang="en-US" dirty="0"/>
              <a:t>Click to edit Master text styles</a:t>
            </a:r>
          </a:p>
        </p:txBody>
      </p:sp>
      <p:sp>
        <p:nvSpPr>
          <p:cNvPr id="26" name="Text Placeholder 5"/>
          <p:cNvSpPr>
            <a:spLocks noGrp="1"/>
          </p:cNvSpPr>
          <p:nvPr>
            <p:ph type="body" sz="quarter" idx="43"/>
          </p:nvPr>
        </p:nvSpPr>
        <p:spPr bwMode="white">
          <a:xfrm>
            <a:off x="3696643" y="1280458"/>
            <a:ext cx="2373312" cy="295449"/>
          </a:xfrm>
        </p:spPr>
        <p:txBody>
          <a:bodyPr>
            <a:noAutofit/>
          </a:bodyPr>
          <a:lstStyle>
            <a:lvl1pPr>
              <a:defRPr sz="1100">
                <a:solidFill>
                  <a:schemeClr val="bg1"/>
                </a:solidFill>
              </a:defRPr>
            </a:lvl1pPr>
          </a:lstStyle>
          <a:p>
            <a:pPr lvl="0"/>
            <a:r>
              <a:rPr lang="en-US" dirty="0"/>
              <a:t>Click to edit Master text styles</a:t>
            </a:r>
          </a:p>
        </p:txBody>
      </p:sp>
      <p:sp>
        <p:nvSpPr>
          <p:cNvPr id="45" name="Picture Placeholder 44"/>
          <p:cNvSpPr>
            <a:spLocks noGrp="1"/>
          </p:cNvSpPr>
          <p:nvPr>
            <p:ph type="pic" sz="quarter" idx="46"/>
          </p:nvPr>
        </p:nvSpPr>
        <p:spPr bwMode="ltGray">
          <a:xfrm>
            <a:off x="383259" y="287492"/>
            <a:ext cx="1734208" cy="1735628"/>
          </a:xfrm>
          <a:prstGeom prst="ellipse">
            <a:avLst/>
          </a:prstGeom>
          <a:solidFill>
            <a:schemeClr val="bg1"/>
          </a:solidFill>
        </p:spPr>
        <p:txBody>
          <a:bodyPr rtlCol="0">
            <a:normAutofit/>
          </a:bodyPr>
          <a:lstStyle>
            <a:lvl1pPr>
              <a:lnSpc>
                <a:spcPct val="114000"/>
              </a:lnSpc>
              <a:defRPr sz="1000" baseline="0"/>
            </a:lvl1pPr>
          </a:lstStyle>
          <a:p>
            <a:pPr lvl="0"/>
            <a:r>
              <a:rPr lang="en-US" noProof="0"/>
              <a:t>Click icon to add picture</a:t>
            </a:r>
            <a:endParaRPr lang="nl-NL" noProof="0" dirty="0"/>
          </a:p>
        </p:txBody>
      </p:sp>
      <p:sp>
        <p:nvSpPr>
          <p:cNvPr id="46" name="Text Placeholder 5"/>
          <p:cNvSpPr>
            <a:spLocks noGrp="1"/>
          </p:cNvSpPr>
          <p:nvPr>
            <p:ph type="body" sz="quarter" idx="47"/>
          </p:nvPr>
        </p:nvSpPr>
        <p:spPr bwMode="white">
          <a:xfrm>
            <a:off x="3696026" y="1501534"/>
            <a:ext cx="2373312" cy="325397"/>
          </a:xfrm>
        </p:spPr>
        <p:txBody>
          <a:bodyPr>
            <a:noAutofit/>
          </a:bodyPr>
          <a:lstStyle>
            <a:lvl1pPr>
              <a:defRPr sz="1100">
                <a:solidFill>
                  <a:schemeClr val="bg1"/>
                </a:solidFill>
              </a:defRPr>
            </a:lvl1pPr>
          </a:lstStyle>
          <a:p>
            <a:pPr lvl="0"/>
            <a:r>
              <a:rPr lang="en-US" dirty="0"/>
              <a:t>Click to edit Master text styles</a:t>
            </a:r>
          </a:p>
        </p:txBody>
      </p:sp>
      <p:sp>
        <p:nvSpPr>
          <p:cNvPr id="47" name="Text Placeholder 5"/>
          <p:cNvSpPr>
            <a:spLocks noGrp="1"/>
          </p:cNvSpPr>
          <p:nvPr>
            <p:ph type="body" sz="quarter" idx="48"/>
          </p:nvPr>
        </p:nvSpPr>
        <p:spPr bwMode="white">
          <a:xfrm>
            <a:off x="3685536" y="1711595"/>
            <a:ext cx="2373312" cy="330250"/>
          </a:xfrm>
        </p:spPr>
        <p:txBody>
          <a:bodyPr>
            <a:noAutofit/>
          </a:bodyPr>
          <a:lstStyle>
            <a:lvl1pPr>
              <a:defRPr sz="1100">
                <a:solidFill>
                  <a:schemeClr val="bg1"/>
                </a:solidFill>
              </a:defRPr>
            </a:lvl1pPr>
          </a:lstStyle>
          <a:p>
            <a:pPr lvl="0"/>
            <a:r>
              <a:rPr lang="en-US" dirty="0"/>
              <a:t>Click to edit Master text styles</a:t>
            </a:r>
          </a:p>
        </p:txBody>
      </p:sp>
      <p:sp>
        <p:nvSpPr>
          <p:cNvPr id="34" name="Text Placeholder 5"/>
          <p:cNvSpPr>
            <a:spLocks noGrp="1"/>
          </p:cNvSpPr>
          <p:nvPr>
            <p:ph type="body" sz="quarter" idx="50"/>
          </p:nvPr>
        </p:nvSpPr>
        <p:spPr>
          <a:xfrm>
            <a:off x="383259" y="2995866"/>
            <a:ext cx="4056394" cy="3621502"/>
          </a:xfrm>
        </p:spPr>
        <p:txBody>
          <a:bodyPr>
            <a:noAutofit/>
          </a:bodyPr>
          <a:lstStyle>
            <a:lvl1pPr>
              <a:lnSpc>
                <a:spcPct val="114000"/>
              </a:lnSpc>
              <a:defRPr sz="1000" u="none" baseline="0"/>
            </a:lvl1pPr>
          </a:lstStyle>
          <a:p>
            <a:pPr lvl="0"/>
            <a:r>
              <a:rPr lang="en-US" dirty="0"/>
              <a:t>Click to edit Master text styles</a:t>
            </a:r>
          </a:p>
        </p:txBody>
      </p:sp>
      <p:sp>
        <p:nvSpPr>
          <p:cNvPr id="21" name="Text Placeholder 5"/>
          <p:cNvSpPr>
            <a:spLocks noGrp="1"/>
          </p:cNvSpPr>
          <p:nvPr>
            <p:ph type="body" sz="quarter" idx="51"/>
          </p:nvPr>
        </p:nvSpPr>
        <p:spPr bwMode="white">
          <a:xfrm>
            <a:off x="3690158" y="1891703"/>
            <a:ext cx="2373312" cy="330250"/>
          </a:xfrm>
        </p:spPr>
        <p:txBody>
          <a:bodyPr>
            <a:noAutofit/>
          </a:bodyPr>
          <a:lstStyle>
            <a:lvl1pPr>
              <a:defRPr sz="1100">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3864842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ags" Target="../tags/tag2.xml"/><Relationship Id="rId3" Type="http://schemas.openxmlformats.org/officeDocument/2006/relationships/slideLayout" Target="../slideLayouts/slideLayout3.xml"/><Relationship Id="rId21" Type="http://schemas.openxmlformats.org/officeDocument/2006/relationships/tags" Target="../tags/tag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7.xml"/><Relationship Id="rId10" Type="http://schemas.openxmlformats.org/officeDocument/2006/relationships/slideLayout" Target="../slideLayouts/slideLayout10.xml"/><Relationship Id="rId19"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oleObject" Target="../embeddings/oleObject11.bin"/><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ags" Target="../tags/tag31.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theme" Target="../theme/theme2.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18"/>
            </p:custDataLst>
          </p:nvPr>
        </p:nvGraphicFramePr>
        <p:xfrm>
          <a:off x="1" y="0"/>
          <a:ext cx="195385" cy="158750"/>
        </p:xfrm>
        <a:graphic>
          <a:graphicData uri="http://schemas.openxmlformats.org/presentationml/2006/ole">
            <mc:AlternateContent xmlns:mc="http://schemas.openxmlformats.org/markup-compatibility/2006">
              <mc:Choice xmlns:v="urn:schemas-microsoft-com:vml" Requires="v">
                <p:oleObj name="think-cell Slide" r:id="rId24" imgW="360" imgH="360" progId="">
                  <p:embed/>
                </p:oleObj>
              </mc:Choice>
              <mc:Fallback>
                <p:oleObj name="think-cell Slide" r:id="rId24" imgW="360" imgH="360" progId="">
                  <p:embed/>
                  <p:pic>
                    <p:nvPicPr>
                      <p:cNvPr id="8" name="Object 7" hidden="1"/>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Placeholder 1"/>
          <p:cNvSpPr>
            <a:spLocks noGrp="1"/>
          </p:cNvSpPr>
          <p:nvPr>
            <p:ph type="title"/>
            <p:custDataLst>
              <p:tags r:id="rId19"/>
            </p:custDataLst>
          </p:nvPr>
        </p:nvSpPr>
        <p:spPr>
          <a:xfrm>
            <a:off x="8" y="4"/>
            <a:ext cx="12191999" cy="1002135"/>
          </a:xfrm>
          <a:prstGeom prst="rect">
            <a:avLst/>
          </a:prstGeom>
        </p:spPr>
        <p:txBody>
          <a:bodyPr vert="horz" lIns="297529" tIns="33059" rIns="165294" bIns="33059" rtlCol="0" anchor="ctr">
            <a:noAutofit/>
          </a:bodyPr>
          <a:lstStyle/>
          <a:p>
            <a:r>
              <a:rPr lang="fr-FR" noProof="0"/>
              <a:t>Cliquez pour modifier le style du titre</a:t>
            </a:r>
            <a:endParaRPr lang="en-US" noProof="0" dirty="0"/>
          </a:p>
        </p:txBody>
      </p:sp>
      <p:sp>
        <p:nvSpPr>
          <p:cNvPr id="3" name="Text Placeholder 2"/>
          <p:cNvSpPr>
            <a:spLocks noGrp="1"/>
          </p:cNvSpPr>
          <p:nvPr>
            <p:ph type="body" idx="1"/>
            <p:custDataLst>
              <p:tags r:id="rId20"/>
            </p:custDataLst>
          </p:nvPr>
        </p:nvSpPr>
        <p:spPr>
          <a:xfrm>
            <a:off x="398028" y="1501977"/>
            <a:ext cx="11616154" cy="4636540"/>
          </a:xfrm>
          <a:prstGeom prst="rect">
            <a:avLst/>
          </a:prstGeom>
        </p:spPr>
        <p:txBody>
          <a:bodyPr vert="horz" lIns="108000" tIns="72000" rIns="72000" bIns="72000" rtlCol="0">
            <a:noAutofit/>
          </a:body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9" name="Freeform 4"/>
          <p:cNvSpPr>
            <a:spLocks/>
          </p:cNvSpPr>
          <p:nvPr>
            <p:custDataLst>
              <p:tags r:id="rId21"/>
            </p:custDataLst>
          </p:nvPr>
        </p:nvSpPr>
        <p:spPr bwMode="auto">
          <a:xfrm>
            <a:off x="9" y="676402"/>
            <a:ext cx="12191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sz="1800"/>
          </a:p>
        </p:txBody>
      </p:sp>
      <p:cxnSp>
        <p:nvCxnSpPr>
          <p:cNvPr id="15" name="Straight Connector 5"/>
          <p:cNvCxnSpPr/>
          <p:nvPr>
            <p:custDataLst>
              <p:tags r:id="rId22"/>
            </p:custDataLst>
          </p:nvPr>
        </p:nvCxnSpPr>
        <p:spPr>
          <a:xfrm flipH="1">
            <a:off x="9" y="6362700"/>
            <a:ext cx="12191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grpSp>
        <p:nvGrpSpPr>
          <p:cNvPr id="14" name="Groupe 1">
            <a:extLst>
              <a:ext uri="{FF2B5EF4-FFF2-40B4-BE49-F238E27FC236}">
                <a16:creationId xmlns:a16="http://schemas.microsoft.com/office/drawing/2014/main" id="{BE8A762F-12CA-4505-8697-4A98F69D5FCE}"/>
              </a:ext>
            </a:extLst>
          </p:cNvPr>
          <p:cNvGrpSpPr/>
          <p:nvPr/>
        </p:nvGrpSpPr>
        <p:grpSpPr>
          <a:xfrm>
            <a:off x="11501102" y="171573"/>
            <a:ext cx="419436" cy="388988"/>
            <a:chOff x="11501102" y="171573"/>
            <a:chExt cx="419436" cy="388988"/>
          </a:xfrm>
        </p:grpSpPr>
        <p:sp>
          <p:nvSpPr>
            <p:cNvPr id="16" name="Freeform 13">
              <a:extLst>
                <a:ext uri="{FF2B5EF4-FFF2-40B4-BE49-F238E27FC236}">
                  <a16:creationId xmlns:a16="http://schemas.microsoft.com/office/drawing/2014/main" id="{79BDE807-C0D6-4ECC-9D72-3D5332B2877E}"/>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7" name="Freeform 14">
              <a:extLst>
                <a:ext uri="{FF2B5EF4-FFF2-40B4-BE49-F238E27FC236}">
                  <a16:creationId xmlns:a16="http://schemas.microsoft.com/office/drawing/2014/main" id="{B598BB44-5C3B-495C-AB4A-980F69B431A6}"/>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3" name="Rectangle 22">
            <a:extLst>
              <a:ext uri="{FF2B5EF4-FFF2-40B4-BE49-F238E27FC236}">
                <a16:creationId xmlns:a16="http://schemas.microsoft.com/office/drawing/2014/main" id="{62606FCD-12D7-42E8-8885-B7F0FE845C7B}"/>
              </a:ext>
            </a:extLst>
          </p:cNvPr>
          <p:cNvSpPr>
            <a:spLocks noChangeArrowheads="1"/>
          </p:cNvSpPr>
          <p:nvPr>
            <p:custDataLst>
              <p:tags r:id="rId23"/>
            </p:custDataLst>
          </p:nvPr>
        </p:nvSpPr>
        <p:spPr bwMode="auto">
          <a:xfrm>
            <a:off x="8297642" y="6623414"/>
            <a:ext cx="3274639" cy="183503"/>
          </a:xfrm>
          <a:prstGeom prst="rect">
            <a:avLst/>
          </a:prstGeom>
          <a:noFill/>
          <a:ln w="19050">
            <a:noFill/>
            <a:miter lim="800000"/>
            <a:headEnd/>
            <a:tailEnd/>
          </a:ln>
          <a:effectLst/>
        </p:spPr>
        <p:txBody>
          <a:bodyPr wrap="square" lIns="35997" tIns="35997" rIns="35997" bIns="35997" anchor="b" anchorCtr="0">
            <a:noAutofit/>
          </a:bodyPr>
          <a:lstStyle/>
          <a:p>
            <a:pPr marL="0" marR="0" lvl="0" indent="0" algn="r" defTabSz="995445" rtl="0" eaLnBrk="0" fontAlgn="auto" latinLnBrk="0" hangingPunct="0">
              <a:lnSpc>
                <a:spcPct val="90000"/>
              </a:lnSpc>
              <a:spcBef>
                <a:spcPct val="10000"/>
              </a:spcBef>
              <a:spcAft>
                <a:spcPts val="0"/>
              </a:spcAft>
              <a:buClrTx/>
              <a:buSzTx/>
              <a:buFontTx/>
              <a:buNone/>
              <a:tabLst/>
              <a:defRPr/>
            </a:pPr>
            <a:r>
              <a:rPr lang="en-US" altLang="en-US" sz="700" b="0" i="0" noProof="0" dirty="0">
                <a:solidFill>
                  <a:schemeClr val="tx2"/>
                </a:solidFill>
                <a:latin typeface="+mj-lt"/>
                <a:cs typeface="Helvetica Light"/>
              </a:rPr>
              <a:t>Copyright © Capgemini 2018. All Rights Reserved</a:t>
            </a:r>
          </a:p>
        </p:txBody>
      </p:sp>
      <p:grpSp>
        <p:nvGrpSpPr>
          <p:cNvPr id="13" name="Groupe 1">
            <a:extLst>
              <a:ext uri="{FF2B5EF4-FFF2-40B4-BE49-F238E27FC236}">
                <a16:creationId xmlns:a16="http://schemas.microsoft.com/office/drawing/2014/main" id="{577EB6A5-23DD-43BF-A208-FBE1C1F13A76}"/>
              </a:ext>
            </a:extLst>
          </p:cNvPr>
          <p:cNvGrpSpPr/>
          <p:nvPr userDrawn="1"/>
        </p:nvGrpSpPr>
        <p:grpSpPr>
          <a:xfrm>
            <a:off x="11501102" y="171573"/>
            <a:ext cx="419436" cy="388988"/>
            <a:chOff x="11501102" y="171573"/>
            <a:chExt cx="419436" cy="388988"/>
          </a:xfrm>
        </p:grpSpPr>
        <p:sp>
          <p:nvSpPr>
            <p:cNvPr id="18" name="Freeform 13">
              <a:extLst>
                <a:ext uri="{FF2B5EF4-FFF2-40B4-BE49-F238E27FC236}">
                  <a16:creationId xmlns:a16="http://schemas.microsoft.com/office/drawing/2014/main" id="{597B2D71-85F8-4174-8C4E-DBDE45D0B841}"/>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9" name="Freeform 14">
              <a:extLst>
                <a:ext uri="{FF2B5EF4-FFF2-40B4-BE49-F238E27FC236}">
                  <a16:creationId xmlns:a16="http://schemas.microsoft.com/office/drawing/2014/main" id="{F2A9CAEB-7FA0-4E03-826F-90065D089B90}"/>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0" name="Retângulo 43">
            <a:extLst>
              <a:ext uri="{FF2B5EF4-FFF2-40B4-BE49-F238E27FC236}">
                <a16:creationId xmlns:a16="http://schemas.microsoft.com/office/drawing/2014/main" id="{51C34C3B-8FDC-43E4-81A0-87C4A5F5A25B}"/>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24" name="Text Placeholder 7">
            <a:extLst>
              <a:ext uri="{FF2B5EF4-FFF2-40B4-BE49-F238E27FC236}">
                <a16:creationId xmlns:a16="http://schemas.microsoft.com/office/drawing/2014/main" id="{09065918-DC9F-4FC9-A6E7-0161D6691529}"/>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dirty="0" err="1">
                <a:solidFill>
                  <a:schemeClr val="bg1">
                    <a:lumMod val="65000"/>
                  </a:schemeClr>
                </a:solidFill>
              </a:rPr>
              <a:t>PresentationTitle</a:t>
            </a:r>
            <a:r>
              <a:rPr lang="en-US" dirty="0">
                <a:solidFill>
                  <a:schemeClr val="bg1">
                    <a:lumMod val="65000"/>
                  </a:schemeClr>
                </a:solidFill>
              </a:rPr>
              <a:t> | Author | Date</a:t>
            </a:r>
          </a:p>
        </p:txBody>
      </p:sp>
      <p:grpSp>
        <p:nvGrpSpPr>
          <p:cNvPr id="25" name="Groupe 2">
            <a:extLst>
              <a:ext uri="{FF2B5EF4-FFF2-40B4-BE49-F238E27FC236}">
                <a16:creationId xmlns:a16="http://schemas.microsoft.com/office/drawing/2014/main" id="{EF148A26-2EE3-4DFF-937A-24F97B090662}"/>
              </a:ext>
            </a:extLst>
          </p:cNvPr>
          <p:cNvGrpSpPr/>
          <p:nvPr userDrawn="1"/>
        </p:nvGrpSpPr>
        <p:grpSpPr>
          <a:xfrm>
            <a:off x="12355040" y="33161"/>
            <a:ext cx="360000" cy="1800000"/>
            <a:chOff x="12355040" y="33161"/>
            <a:chExt cx="360000" cy="1800000"/>
          </a:xfrm>
        </p:grpSpPr>
        <p:sp>
          <p:nvSpPr>
            <p:cNvPr id="26" name="Rectangle 25">
              <a:extLst>
                <a:ext uri="{FF2B5EF4-FFF2-40B4-BE49-F238E27FC236}">
                  <a16:creationId xmlns:a16="http://schemas.microsoft.com/office/drawing/2014/main" id="{CF408AB1-E1E8-4614-B3EF-2F3C3368B7D0}"/>
                </a:ext>
              </a:extLst>
            </p:cNvPr>
            <p:cNvSpPr/>
            <p:nvPr userDrawn="1"/>
          </p:nvSpPr>
          <p:spPr>
            <a:xfrm>
              <a:off x="12355040" y="33161"/>
              <a:ext cx="360000" cy="3600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7" name="Rectangle 26">
              <a:extLst>
                <a:ext uri="{FF2B5EF4-FFF2-40B4-BE49-F238E27FC236}">
                  <a16:creationId xmlns:a16="http://schemas.microsoft.com/office/drawing/2014/main" id="{AF139715-EC56-4D5B-A584-E0D83BFD79AA}"/>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8" name="Rectangle 27">
              <a:extLst>
                <a:ext uri="{FF2B5EF4-FFF2-40B4-BE49-F238E27FC236}">
                  <a16:creationId xmlns:a16="http://schemas.microsoft.com/office/drawing/2014/main" id="{CC0EDB29-34F5-4978-8D83-D1ECDA27E7A6}"/>
                </a:ext>
              </a:extLst>
            </p:cNvPr>
            <p:cNvSpPr/>
            <p:nvPr userDrawn="1"/>
          </p:nvSpPr>
          <p:spPr>
            <a:xfrm>
              <a:off x="12355040" y="753161"/>
              <a:ext cx="360000" cy="3600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9" name="Rectangle 28">
              <a:extLst>
                <a:ext uri="{FF2B5EF4-FFF2-40B4-BE49-F238E27FC236}">
                  <a16:creationId xmlns:a16="http://schemas.microsoft.com/office/drawing/2014/main" id="{3636BF1B-FF79-4731-99CF-5C8E3A808AB4}"/>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0" name="Rectangle 29">
              <a:extLst>
                <a:ext uri="{FF2B5EF4-FFF2-40B4-BE49-F238E27FC236}">
                  <a16:creationId xmlns:a16="http://schemas.microsoft.com/office/drawing/2014/main" id="{A50A5938-BCF9-47EB-AEAC-22CCE467BA4B}"/>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grpSp>
        <p:nvGrpSpPr>
          <p:cNvPr id="31" name="Groupe 4">
            <a:extLst>
              <a:ext uri="{FF2B5EF4-FFF2-40B4-BE49-F238E27FC236}">
                <a16:creationId xmlns:a16="http://schemas.microsoft.com/office/drawing/2014/main" id="{056DABC4-238C-4CD9-9F81-FACE9E275FC2}"/>
              </a:ext>
            </a:extLst>
          </p:cNvPr>
          <p:cNvGrpSpPr/>
          <p:nvPr userDrawn="1"/>
        </p:nvGrpSpPr>
        <p:grpSpPr>
          <a:xfrm>
            <a:off x="12355040" y="1954479"/>
            <a:ext cx="360000" cy="4875772"/>
            <a:chOff x="12355040" y="1954479"/>
            <a:chExt cx="360000" cy="4875772"/>
          </a:xfrm>
        </p:grpSpPr>
        <p:sp>
          <p:nvSpPr>
            <p:cNvPr id="32" name="Rectangle 31">
              <a:extLst>
                <a:ext uri="{FF2B5EF4-FFF2-40B4-BE49-F238E27FC236}">
                  <a16:creationId xmlns:a16="http://schemas.microsoft.com/office/drawing/2014/main" id="{3CF5FC82-0B0B-45D9-AC6B-62240E319CFE}"/>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dirty="0"/>
            </a:p>
          </p:txBody>
        </p:sp>
        <p:sp>
          <p:nvSpPr>
            <p:cNvPr id="33" name="Rectangle 32">
              <a:extLst>
                <a:ext uri="{FF2B5EF4-FFF2-40B4-BE49-F238E27FC236}">
                  <a16:creationId xmlns:a16="http://schemas.microsoft.com/office/drawing/2014/main" id="{909D68DC-FC31-4F3C-B0D7-C2B6049BF80B}"/>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dirty="0"/>
            </a:p>
          </p:txBody>
        </p:sp>
        <p:sp>
          <p:nvSpPr>
            <p:cNvPr id="34" name="Rectangle 33">
              <a:extLst>
                <a:ext uri="{FF2B5EF4-FFF2-40B4-BE49-F238E27FC236}">
                  <a16:creationId xmlns:a16="http://schemas.microsoft.com/office/drawing/2014/main" id="{8BA315A6-7849-40C0-A88A-615B2F92631B}"/>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5" name="Rectangle 34">
              <a:extLst>
                <a:ext uri="{FF2B5EF4-FFF2-40B4-BE49-F238E27FC236}">
                  <a16:creationId xmlns:a16="http://schemas.microsoft.com/office/drawing/2014/main" id="{BF28AB79-1BA8-4AA3-AF86-133E71900E05}"/>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6" name="Rectangle 35">
              <a:extLst>
                <a:ext uri="{FF2B5EF4-FFF2-40B4-BE49-F238E27FC236}">
                  <a16:creationId xmlns:a16="http://schemas.microsoft.com/office/drawing/2014/main" id="{C95D2749-34E1-48E0-9FF6-A1343E54EB93}"/>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7" name="Rectangle 36">
              <a:extLst>
                <a:ext uri="{FF2B5EF4-FFF2-40B4-BE49-F238E27FC236}">
                  <a16:creationId xmlns:a16="http://schemas.microsoft.com/office/drawing/2014/main" id="{6E04FB71-8EF9-4DE6-88A2-7B3656611B43}"/>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8" name="Rectangle 37">
              <a:extLst>
                <a:ext uri="{FF2B5EF4-FFF2-40B4-BE49-F238E27FC236}">
                  <a16:creationId xmlns:a16="http://schemas.microsoft.com/office/drawing/2014/main" id="{ADD8B16A-69A7-4FBF-8FEA-813DD646001C}"/>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9" name="Rectangle 38">
              <a:extLst>
                <a:ext uri="{FF2B5EF4-FFF2-40B4-BE49-F238E27FC236}">
                  <a16:creationId xmlns:a16="http://schemas.microsoft.com/office/drawing/2014/main" id="{966F75B3-F944-4399-9689-287803F7AD06}"/>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0" name="Rectangle 39">
              <a:extLst>
                <a:ext uri="{FF2B5EF4-FFF2-40B4-BE49-F238E27FC236}">
                  <a16:creationId xmlns:a16="http://schemas.microsoft.com/office/drawing/2014/main" id="{2655E8E1-1AD2-4547-BF2E-8AFB86FEB3E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1" name="Rectangle 40">
              <a:extLst>
                <a:ext uri="{FF2B5EF4-FFF2-40B4-BE49-F238E27FC236}">
                  <a16:creationId xmlns:a16="http://schemas.microsoft.com/office/drawing/2014/main" id="{0FA4E70F-64E0-4B3B-B5CE-3D34B785569E}"/>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2" name="Rectangle 41">
              <a:extLst>
                <a:ext uri="{FF2B5EF4-FFF2-40B4-BE49-F238E27FC236}">
                  <a16:creationId xmlns:a16="http://schemas.microsoft.com/office/drawing/2014/main" id="{453618A8-6B83-41B8-A9C8-5B27E916B5C8}"/>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3" name="Rectangle 42">
              <a:extLst>
                <a:ext uri="{FF2B5EF4-FFF2-40B4-BE49-F238E27FC236}">
                  <a16:creationId xmlns:a16="http://schemas.microsoft.com/office/drawing/2014/main" id="{CB29D2F4-5B6A-40D7-817C-A5F6248B586D}"/>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4" name="Rectangle 43">
              <a:extLst>
                <a:ext uri="{FF2B5EF4-FFF2-40B4-BE49-F238E27FC236}">
                  <a16:creationId xmlns:a16="http://schemas.microsoft.com/office/drawing/2014/main" id="{465058F1-4FC7-42F2-9AF5-C5A15943DD1A}"/>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45" name="Rectangle 44">
              <a:extLst>
                <a:ext uri="{FF2B5EF4-FFF2-40B4-BE49-F238E27FC236}">
                  <a16:creationId xmlns:a16="http://schemas.microsoft.com/office/drawing/2014/main" id="{F74AF38E-9752-4BB7-B058-1B420ABA652F}"/>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extLst>
      <p:ext uri="{BB962C8B-B14F-4D97-AF65-F5344CB8AC3E}">
        <p14:creationId xmlns:p14="http://schemas.microsoft.com/office/powerpoint/2010/main" val="1516094791"/>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7" r:id="rId9"/>
    <p:sldLayoutId id="2147483918" r:id="rId10"/>
    <p:sldLayoutId id="2147483919" r:id="rId11"/>
    <p:sldLayoutId id="2147483920" r:id="rId12"/>
    <p:sldLayoutId id="2147483921" r:id="rId13"/>
    <p:sldLayoutId id="2147483922" r:id="rId14"/>
    <p:sldLayoutId id="2147483923" r:id="rId15"/>
    <p:sldLayoutId id="2147483924" r:id="rId16"/>
  </p:sldLayoutIdLst>
  <p:txStyles>
    <p:titleStyle>
      <a:lvl1pPr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tx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tx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defRPr sz="1600" kern="1200">
          <a:solidFill>
            <a:schemeClr val="tx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defRPr sz="1400" kern="1200">
          <a:solidFill>
            <a:schemeClr val="tx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3" imgW="270" imgH="270" progId="TCLayout.ActiveDocument.1">
                  <p:embed/>
                </p:oleObj>
              </mc:Choice>
              <mc:Fallback>
                <p:oleObj name="think-cell Slide" r:id="rId13" imgW="270" imgH="270" progId="TCLayout.ActiveDocument.1">
                  <p:embed/>
                  <p:pic>
                    <p:nvPicPr>
                      <p:cNvPr id="21" name="Object 20" hidden="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Retângulo 43">
            <a:extLst>
              <a:ext uri="{FF2B5EF4-FFF2-40B4-BE49-F238E27FC236}">
                <a16:creationId xmlns:a16="http://schemas.microsoft.com/office/drawing/2014/main" id="{25FC8637-25BD-4C09-AF25-56B4243DAB3D}"/>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solidFill>
                  <a:schemeClr val="bg1">
                    <a:lumMod val="65000"/>
                  </a:schemeClr>
                </a:solidFill>
              </a:rPr>
              <a:t>© Capgemini 2017. All rights reserved  </a:t>
            </a:r>
            <a:r>
              <a:rPr lang="en-US" dirty="0">
                <a:solidFill>
                  <a:schemeClr val="accent2"/>
                </a:solidFill>
              </a:rPr>
              <a:t>|</a:t>
            </a:r>
          </a:p>
        </p:txBody>
      </p:sp>
      <p:sp>
        <p:nvSpPr>
          <p:cNvPr id="8" name="Text Placeholder 7">
            <a:extLst>
              <a:ext uri="{FF2B5EF4-FFF2-40B4-BE49-F238E27FC236}">
                <a16:creationId xmlns:a16="http://schemas.microsoft.com/office/drawing/2014/main" id="{E824319D-02CC-441E-87B5-E9D15DE8CA35}"/>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dirty="0">
                <a:solidFill>
                  <a:schemeClr val="bg1">
                    <a:lumMod val="65000"/>
                  </a:schemeClr>
                </a:solidFill>
              </a:rPr>
              <a:t>Presentation Title | Author | Date</a:t>
            </a:r>
          </a:p>
        </p:txBody>
      </p:sp>
      <p:sp>
        <p:nvSpPr>
          <p:cNvPr id="4" name="Espace réservé du texte 3"/>
          <p:cNvSpPr>
            <a:spLocks noGrp="1"/>
          </p:cNvSpPr>
          <p:nvPr userDrawn="1">
            <p:ph type="body" idx="1"/>
          </p:nvPr>
        </p:nvSpPr>
        <p:spPr>
          <a:xfrm>
            <a:off x="227348" y="1815352"/>
            <a:ext cx="11700000" cy="4466201"/>
          </a:xfrm>
          <a:prstGeom prst="rect">
            <a:avLst/>
          </a:prstGeom>
        </p:spPr>
        <p:txBody>
          <a:bodyPr vert="horz" lIns="0" tIns="0" rIns="0" bIns="0" rtlCol="0">
            <a:normAutofit/>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a:t>
            </a:r>
            <a:r>
              <a:rPr lang="fr-FR" dirty="0" err="1"/>
              <a:t>title</a:t>
            </a:r>
            <a:endParaRPr lang="en-US" dirty="0"/>
          </a:p>
        </p:txBody>
      </p:sp>
    </p:spTree>
    <p:extLst>
      <p:ext uri="{BB962C8B-B14F-4D97-AF65-F5344CB8AC3E}">
        <p14:creationId xmlns:p14="http://schemas.microsoft.com/office/powerpoint/2010/main" val="2066722123"/>
      </p:ext>
    </p:extLst>
  </p:cSld>
  <p:clrMap bg1="lt1" tx1="dk1" bg2="lt2" tx2="dk2" accent1="accent1" accent2="accent2" accent3="accent3" accent4="accent4" accent5="accent5" accent6="accent6" hlink="hlink" folHlink="folHlink"/>
  <p:sldLayoutIdLst>
    <p:sldLayoutId id="2147483958" r:id="rId1"/>
    <p:sldLayoutId id="2147483959" r:id="rId2"/>
    <p:sldLayoutId id="2147483960" r:id="rId3"/>
    <p:sldLayoutId id="2147483961" r:id="rId4"/>
    <p:sldLayoutId id="2147483962" r:id="rId5"/>
    <p:sldLayoutId id="2147483963" r:id="rId6"/>
    <p:sldLayoutId id="2147483964" r:id="rId7"/>
    <p:sldLayoutId id="2147483965" r:id="rId8"/>
    <p:sldLayoutId id="2147483966" r:id="rId9"/>
    <p:sldLayoutId id="2147483967" r:id="rId10"/>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B8B0DC3D-A319-4B78-A461-3FAC5C106C85}"/>
              </a:ext>
            </a:extLst>
          </p:cNvPr>
          <p:cNvGraphicFramePr>
            <a:graphicFrameLocks noGrp="1"/>
          </p:cNvGraphicFramePr>
          <p:nvPr>
            <p:extLst>
              <p:ext uri="{D42A27DB-BD31-4B8C-83A1-F6EECF244321}">
                <p14:modId xmlns:p14="http://schemas.microsoft.com/office/powerpoint/2010/main" val="2651716102"/>
              </p:ext>
            </p:extLst>
          </p:nvPr>
        </p:nvGraphicFramePr>
        <p:xfrm>
          <a:off x="9221554" y="1185942"/>
          <a:ext cx="2999021" cy="5062457"/>
        </p:xfrm>
        <a:graphic>
          <a:graphicData uri="http://schemas.openxmlformats.org/drawingml/2006/table">
            <a:tbl>
              <a:tblPr firstRow="1" bandRow="1">
                <a:tableStyleId>{0E3FDE45-AF77-4B5C-9715-49D594BDF05E}</a:tableStyleId>
              </a:tblPr>
              <a:tblGrid>
                <a:gridCol w="679684">
                  <a:extLst>
                    <a:ext uri="{9D8B030D-6E8A-4147-A177-3AD203B41FA5}">
                      <a16:colId xmlns:a16="http://schemas.microsoft.com/office/drawing/2014/main" val="3331298770"/>
                    </a:ext>
                  </a:extLst>
                </a:gridCol>
                <a:gridCol w="2319337">
                  <a:extLst>
                    <a:ext uri="{9D8B030D-6E8A-4147-A177-3AD203B41FA5}">
                      <a16:colId xmlns:a16="http://schemas.microsoft.com/office/drawing/2014/main" val="879084521"/>
                    </a:ext>
                  </a:extLst>
                </a:gridCol>
              </a:tblGrid>
              <a:tr h="491628">
                <a:tc>
                  <a:txBody>
                    <a:bodyPr/>
                    <a:lstStyle/>
                    <a:p>
                      <a:r>
                        <a:rPr kumimoji="0" lang="en-US" altLang="en-US" sz="800" b="0" u="none" strike="noStrike" kern="1200" cap="none" spc="0" normalizeH="0" baseline="0" noProof="0" dirty="0">
                          <a:ln>
                            <a:noFill/>
                          </a:ln>
                          <a:effectLst/>
                          <a:uLnTx/>
                          <a:uFillTx/>
                        </a:rPr>
                        <a:t>Java 8 /J2EE</a:t>
                      </a:r>
                      <a:r>
                        <a:rPr kumimoji="0" lang="en-US" sz="800" b="0" u="none" strike="noStrike" kern="1200" cap="none" spc="0" normalizeH="0" baseline="0" dirty="0">
                          <a:ln>
                            <a:noFill/>
                          </a:ln>
                          <a:effectLst/>
                          <a:uLnTx/>
                          <a:uFillTx/>
                        </a:rPr>
                        <a:t> </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u="none" strike="noStrike" kern="1200" cap="none" spc="0" normalizeH="0" baseline="0" noProof="0" dirty="0">
                          <a:ln>
                            <a:noFill/>
                          </a:ln>
                          <a:effectLst/>
                          <a:uLnTx/>
                          <a:uFillTx/>
                        </a:rPr>
                        <a:t>Java Basics, OOPS, Generics, Collections, Arrays, Loops, Lambda Exp, Stream API</a:t>
                      </a:r>
                    </a:p>
                    <a:p>
                      <a:r>
                        <a:rPr kumimoji="0" lang="en-US" sz="700" b="0" u="none" strike="noStrike" kern="1200" cap="none" spc="0" normalizeH="0" baseline="0" dirty="0">
                          <a:ln>
                            <a:noFill/>
                          </a:ln>
                          <a:effectLst/>
                          <a:uLnTx/>
                          <a:uFillTx/>
                        </a:rPr>
                        <a:t>Junit, Mockito, Servlets</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3727898659"/>
                  </a:ext>
                </a:extLst>
              </a:tr>
              <a:tr h="3757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800" u="none" strike="noStrike" kern="1200" cap="none" spc="0" normalizeH="0" baseline="0" noProof="0" dirty="0">
                          <a:ln>
                            <a:noFill/>
                          </a:ln>
                          <a:effectLst/>
                          <a:uLnTx/>
                          <a:uFillTx/>
                        </a:rPr>
                        <a:t>Spring core</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r>
                        <a:rPr kumimoji="0" lang="en-US" sz="700" u="none" strike="noStrike" kern="1200" cap="none" spc="0" normalizeH="0" baseline="0" dirty="0">
                          <a:ln>
                            <a:noFill/>
                          </a:ln>
                          <a:effectLst/>
                          <a:uLnTx/>
                          <a:uFillTx/>
                        </a:rPr>
                        <a:t>IOC &amp; Dependency Injection, </a:t>
                      </a:r>
                      <a:r>
                        <a:rPr kumimoji="0" lang="en-US" sz="700" u="none" strike="noStrike" kern="1200" cap="none" spc="0" normalizeH="0" baseline="0" dirty="0" err="1">
                          <a:ln>
                            <a:noFill/>
                          </a:ln>
                          <a:effectLst/>
                          <a:uLnTx/>
                          <a:uFillTx/>
                        </a:rPr>
                        <a:t>Autowired</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3294054581"/>
                  </a:ext>
                </a:extLst>
              </a:tr>
              <a:tr h="62272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800" u="none" strike="noStrike" kern="1200" cap="none" spc="0" normalizeH="0" baseline="0" noProof="0" dirty="0">
                          <a:ln>
                            <a:noFill/>
                          </a:ln>
                          <a:effectLst/>
                          <a:uLnTx/>
                          <a:uFillTx/>
                        </a:rPr>
                        <a:t>Spring REST</a:t>
                      </a:r>
                    </a:p>
                    <a:p>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dirty="0"/>
                        <a:t>REST controllers, Implementation of GET, POST, PUT &amp; DELETE, Bean Validation &amp; Exception Handling, Testing Services, Controller &amp; Repository layer</a:t>
                      </a:r>
                      <a:endParaRPr lang="en-US" sz="700" dirty="0">
                        <a:solidFill>
                          <a:schemeClr val="tx1"/>
                        </a:solidFill>
                      </a:endParaRPr>
                    </a:p>
                  </a:txBody>
                  <a:tcPr/>
                </a:tc>
                <a:extLst>
                  <a:ext uri="{0D108BD9-81ED-4DB2-BD59-A6C34878D82A}">
                    <a16:rowId xmlns:a16="http://schemas.microsoft.com/office/drawing/2014/main" val="3229840877"/>
                  </a:ext>
                </a:extLst>
              </a:tr>
              <a:tr h="648985">
                <a:tc>
                  <a:txBody>
                    <a:bodyPr/>
                    <a:lstStyle/>
                    <a:p>
                      <a:r>
                        <a:rPr kumimoji="0" lang="en-US" sz="800" u="none" strike="noStrike" kern="1200" cap="none" spc="0" normalizeH="0" baseline="0" dirty="0">
                          <a:ln>
                            <a:noFill/>
                          </a:ln>
                          <a:effectLst/>
                          <a:uLnTx/>
                          <a:uFillTx/>
                        </a:rPr>
                        <a:t>Spring Boot Microservices</a:t>
                      </a:r>
                      <a:endPar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tc>
                  <a:txBody>
                    <a:bodyPr/>
                    <a:lstStyle/>
                    <a:p>
                      <a:r>
                        <a:rPr kumimoji="0" lang="en-US" sz="700" u="none" strike="noStrike" kern="1200" cap="none" spc="0" normalizeH="0" baseline="0" dirty="0">
                          <a:ln>
                            <a:noFill/>
                          </a:ln>
                          <a:effectLst/>
                          <a:uLnTx/>
                          <a:uFillTx/>
                        </a:rPr>
                        <a:t>Spring Boot Starters, annotations, Messaging Service, Sync/Async comms, Swagger API documents</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2135133130"/>
                  </a:ext>
                </a:extLst>
              </a:tr>
              <a:tr h="491628">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Spring Cloud</a:t>
                      </a:r>
                    </a:p>
                  </a:txBody>
                  <a:tcPr/>
                </a:tc>
                <a:tc>
                  <a:txBody>
                    <a:bodyPr/>
                    <a:lstStyle/>
                    <a:p>
                      <a:pPr marL="0" lvl="1" indent="0" algn="l" defTabSz="914400" rtl="0" eaLnBrk="1" latinLnBrk="0" hangingPunct="1">
                        <a:buFont typeface="Arial" panose="020B0604020202020204" pitchFamily="34" charset="0"/>
                        <a:buNone/>
                      </a:pPr>
                      <a:r>
                        <a:rPr kumimoji="0" lang="en-US" sz="700" u="none" strike="noStrike" kern="1200" cap="none" spc="0" normalizeH="0" baseline="0" dirty="0">
                          <a:ln>
                            <a:noFill/>
                          </a:ln>
                          <a:solidFill>
                            <a:schemeClr val="tx1"/>
                          </a:solidFill>
                          <a:effectLst/>
                          <a:uLnTx/>
                          <a:uFillTx/>
                          <a:latin typeface="+mn-lt"/>
                          <a:ea typeface="+mn-ea"/>
                          <a:cs typeface="+mn-cs"/>
                        </a:rPr>
                        <a:t>Eureka, Netflix Hystrix, Netflix Zuul &amp; Config Server</a:t>
                      </a:r>
                    </a:p>
                    <a:p>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2978295346"/>
                  </a:ext>
                </a:extLst>
              </a:tr>
              <a:tr h="362415">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React</a:t>
                      </a:r>
                    </a:p>
                  </a:txBody>
                  <a:tcPr/>
                </a:tc>
                <a:tc>
                  <a:txBody>
                    <a:bodyPr/>
                    <a:lstStyle/>
                    <a:p>
                      <a:pPr marL="0" lvl="1" indent="0" algn="l" defTabSz="914400" rtl="0" eaLnBrk="1" latinLnBrk="0" hangingPunct="1">
                        <a:buFont typeface="Arial" panose="020B0604020202020204" pitchFamily="34" charset="0"/>
                        <a:buNone/>
                      </a:pPr>
                      <a:r>
                        <a:rPr kumimoji="0" lang="en-US" sz="700" u="none" strike="noStrike" kern="1200" cap="none" spc="0" normalizeH="0" baseline="0" dirty="0">
                          <a:ln>
                            <a:noFill/>
                          </a:ln>
                          <a:solidFill>
                            <a:schemeClr val="tx1"/>
                          </a:solidFill>
                          <a:effectLst/>
                          <a:uLnTx/>
                          <a:uFillTx/>
                          <a:latin typeface="+mn-lt"/>
                          <a:ea typeface="+mn-ea"/>
                          <a:cs typeface="+mn-cs"/>
                        </a:rPr>
                        <a:t>Components, Hooks, Event handling, Redux</a:t>
                      </a:r>
                      <a:r>
                        <a:rPr kumimoji="0" lang="en-US" sz="700" u="none" strike="noStrike" kern="1200" cap="none" spc="0" normalizeH="0" baseline="0">
                          <a:ln>
                            <a:noFill/>
                          </a:ln>
                          <a:solidFill>
                            <a:schemeClr val="tx1"/>
                          </a:solidFill>
                          <a:effectLst/>
                          <a:uLnTx/>
                          <a:uFillTx/>
                          <a:latin typeface="+mn-lt"/>
                          <a:ea typeface="+mn-ea"/>
                          <a:cs typeface="+mn-cs"/>
                        </a:rPr>
                        <a:t>, Reducers.</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2781158786"/>
                  </a:ext>
                </a:extLst>
              </a:tr>
              <a:tr h="491628">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Angular</a:t>
                      </a:r>
                    </a:p>
                  </a:txBody>
                  <a:tcPr/>
                </a:tc>
                <a:tc>
                  <a:txBody>
                    <a:bodyPr/>
                    <a:lstStyle/>
                    <a:p>
                      <a:pPr marL="0" lvl="1" indent="0" algn="l" defTabSz="914400" rtl="0" eaLnBrk="1" latinLnBrk="0" hangingPunct="1">
                        <a:buFont typeface="Arial" panose="020B0604020202020204" pitchFamily="34" charset="0"/>
                        <a:buNone/>
                      </a:pPr>
                      <a:r>
                        <a:rPr kumimoji="0" lang="en-US" sz="700" u="none" strike="noStrike" kern="1200" cap="none" spc="0" normalizeH="0" baseline="0" dirty="0">
                          <a:ln>
                            <a:noFill/>
                          </a:ln>
                          <a:solidFill>
                            <a:schemeClr val="tx1"/>
                          </a:solidFill>
                          <a:effectLst/>
                          <a:uLnTx/>
                          <a:uFillTx/>
                          <a:latin typeface="+mn-lt"/>
                          <a:ea typeface="+mn-ea"/>
                          <a:cs typeface="+mn-cs"/>
                        </a:rPr>
                        <a:t>Components, Services, Modules, Routing, Forms &amp; Validation.</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3158575213"/>
                  </a:ext>
                </a:extLst>
              </a:tr>
              <a:tr h="360527">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Database</a:t>
                      </a:r>
                    </a:p>
                  </a:txBody>
                  <a:tcPr/>
                </a:tc>
                <a:tc>
                  <a:txBody>
                    <a:bodyPr/>
                    <a:lstStyle/>
                    <a:p>
                      <a:r>
                        <a:rPr kumimoji="0" lang="en-US" sz="700" b="0" i="0" u="none" strike="noStrike" kern="1200" cap="none" spc="0" normalizeH="0" baseline="0">
                          <a:ln>
                            <a:noFill/>
                          </a:ln>
                          <a:solidFill>
                            <a:prstClr val="black"/>
                          </a:solidFill>
                          <a:effectLst/>
                          <a:uLnTx/>
                          <a:uFillTx/>
                          <a:latin typeface="Verdana" panose="020B0604030504040204" pitchFamily="34" charset="0"/>
                          <a:ea typeface="+mn-ea"/>
                          <a:cs typeface="+mn-cs"/>
                        </a:rPr>
                        <a:t>MongoDB </a:t>
                      </a:r>
                      <a:endPar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endParaRPr>
                    </a:p>
                  </a:txBody>
                  <a:tcPr/>
                </a:tc>
                <a:extLst>
                  <a:ext uri="{0D108BD9-81ED-4DB2-BD59-A6C34878D82A}">
                    <a16:rowId xmlns:a16="http://schemas.microsoft.com/office/drawing/2014/main" val="2298680090"/>
                  </a:ext>
                </a:extLst>
              </a:tr>
              <a:tr h="491628">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UI Tech</a:t>
                      </a:r>
                    </a:p>
                  </a:txBody>
                  <a:tcPr/>
                </a:tc>
                <a:tc>
                  <a:txBody>
                    <a:bodyPr/>
                    <a:lstStyle/>
                    <a:p>
                      <a:pPr marL="0" lvl="1" indent="0" algn="l" defTabSz="914400" rtl="0" eaLnBrk="1" latinLnBrk="0" hangingPunct="1">
                        <a:buFont typeface="Arial" panose="020B0604020202020204" pitchFamily="34" charset="0"/>
                        <a:buNone/>
                      </a:pPr>
                      <a:r>
                        <a:rPr kumimoji="0" lang="en-US" sz="700" u="none" strike="noStrike" kern="1200" cap="none" spc="0" normalizeH="0" baseline="0" dirty="0">
                          <a:ln>
                            <a:noFill/>
                          </a:ln>
                          <a:solidFill>
                            <a:schemeClr val="tx1"/>
                          </a:solidFill>
                          <a:effectLst/>
                          <a:uLnTx/>
                          <a:uFillTx/>
                          <a:latin typeface="+mn-lt"/>
                          <a:ea typeface="+mn-ea"/>
                          <a:cs typeface="+mn-cs"/>
                        </a:rPr>
                        <a:t>HTML 5 &amp; CSS 3,JavaScript, ES6 &amp; TypeScript</a:t>
                      </a:r>
                    </a:p>
                    <a:p>
                      <a:pPr marL="0" lvl="1" indent="0" algn="l" defTabSz="914400" rtl="0" eaLnBrk="1" latinLnBrk="0" hangingPunct="1">
                        <a:buFont typeface="Arial" panose="020B0604020202020204" pitchFamily="34" charset="0"/>
                        <a:buNone/>
                      </a:pPr>
                      <a:r>
                        <a:rPr kumimoji="0" lang="en-US" sz="700" u="none" strike="noStrike" kern="1200" cap="none" spc="0" normalizeH="0" baseline="0" dirty="0">
                          <a:ln>
                            <a:noFill/>
                          </a:ln>
                          <a:solidFill>
                            <a:schemeClr val="tx1"/>
                          </a:solidFill>
                          <a:effectLst/>
                          <a:uLnTx/>
                          <a:uFillTx/>
                          <a:latin typeface="+mn-lt"/>
                          <a:ea typeface="+mn-ea"/>
                          <a:cs typeface="+mn-cs"/>
                        </a:rPr>
                        <a:t>Reusable templates, Optimized UI Designed</a:t>
                      </a:r>
                    </a:p>
                  </a:txBody>
                  <a:tcPr/>
                </a:tc>
                <a:extLst>
                  <a:ext uri="{0D108BD9-81ED-4DB2-BD59-A6C34878D82A}">
                    <a16:rowId xmlns:a16="http://schemas.microsoft.com/office/drawing/2014/main" val="9512774"/>
                  </a:ext>
                </a:extLst>
              </a:tr>
              <a:tr h="288051">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Tools</a:t>
                      </a:r>
                    </a:p>
                  </a:txBody>
                  <a:tcPr/>
                </a:tc>
                <a:tc>
                  <a:txBody>
                    <a:bodyPr/>
                    <a:lstStyle/>
                    <a:p>
                      <a:r>
                        <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rPr>
                        <a:t>Git, Postman, Maven, IDE</a:t>
                      </a:r>
                    </a:p>
                  </a:txBody>
                  <a:tcPr/>
                </a:tc>
                <a:extLst>
                  <a:ext uri="{0D108BD9-81ED-4DB2-BD59-A6C34878D82A}">
                    <a16:rowId xmlns:a16="http://schemas.microsoft.com/office/drawing/2014/main" val="645317192"/>
                  </a:ext>
                </a:extLst>
              </a:tr>
              <a:tr h="437510">
                <a:tc>
                  <a:txBody>
                    <a:bodyPr/>
                    <a:lstStyle/>
                    <a:p>
                      <a:r>
                        <a:rPr kumimoji="0" lang="en-US" sz="800" b="0" i="0" u="none" strike="noStrike" kern="1200" cap="none" spc="0" normalizeH="0" baseline="0" dirty="0">
                          <a:ln>
                            <a:noFill/>
                          </a:ln>
                          <a:solidFill>
                            <a:prstClr val="black"/>
                          </a:solidFill>
                          <a:effectLst/>
                          <a:uLnTx/>
                          <a:uFillTx/>
                          <a:latin typeface="Verdana" panose="020B0604030504040204" pitchFamily="34" charset="0"/>
                          <a:ea typeface="+mn-ea"/>
                          <a:cs typeface="+mn-cs"/>
                        </a:rPr>
                        <a:t>Add On skills</a:t>
                      </a:r>
                    </a:p>
                  </a:txBody>
                  <a:tcPr/>
                </a:tc>
                <a:tc>
                  <a:txBody>
                    <a:bodyPr/>
                    <a:lstStyle/>
                    <a:p>
                      <a:r>
                        <a:rPr kumimoji="0" lang="en-US" sz="700" b="0" i="0" u="none" strike="noStrike" kern="1200" cap="none" spc="0" normalizeH="0" baseline="0" dirty="0">
                          <a:ln>
                            <a:noFill/>
                          </a:ln>
                          <a:solidFill>
                            <a:prstClr val="black"/>
                          </a:solidFill>
                          <a:effectLst/>
                          <a:uLnTx/>
                          <a:uFillTx/>
                          <a:latin typeface="Verdana" panose="020B0604030504040204" pitchFamily="34" charset="0"/>
                          <a:ea typeface="+mn-ea"/>
                          <a:cs typeface="+mn-cs"/>
                        </a:rPr>
                        <a:t>Communications, Team management. Peer learning</a:t>
                      </a:r>
                    </a:p>
                  </a:txBody>
                  <a:tcPr/>
                </a:tc>
                <a:extLst>
                  <a:ext uri="{0D108BD9-81ED-4DB2-BD59-A6C34878D82A}">
                    <a16:rowId xmlns:a16="http://schemas.microsoft.com/office/drawing/2014/main" val="2840432058"/>
                  </a:ext>
                </a:extLst>
              </a:tr>
            </a:tbl>
          </a:graphicData>
        </a:graphic>
      </p:graphicFrame>
      <p:sp>
        <p:nvSpPr>
          <p:cNvPr id="7170" name="Text Placeholder 18">
            <a:extLst>
              <a:ext uri="{FF2B5EF4-FFF2-40B4-BE49-F238E27FC236}">
                <a16:creationId xmlns:a16="http://schemas.microsoft.com/office/drawing/2014/main" id="{4EF0A5D5-CB77-4BCF-86BB-EC8AFA4AA0E3}"/>
              </a:ext>
            </a:extLst>
          </p:cNvPr>
          <p:cNvSpPr>
            <a:spLocks noGrp="1"/>
          </p:cNvSpPr>
          <p:nvPr>
            <p:ph type="body" sz="quarter" idx="36"/>
          </p:nvPr>
        </p:nvSpPr>
        <p:spPr>
          <a:xfrm>
            <a:off x="4837113" y="2995613"/>
            <a:ext cx="4008437" cy="2185987"/>
          </a:xfrm>
        </p:spPr>
        <p:txBody>
          <a:bodyPr/>
          <a:lstStyle/>
          <a:p>
            <a:pPr eaLnBrk="1" hangingPunct="1">
              <a:lnSpc>
                <a:spcPct val="114000"/>
              </a:lnSpc>
            </a:pPr>
            <a:r>
              <a:rPr lang="en-US" altLang="en-US" sz="1100" b="1" dirty="0"/>
              <a:t>Flight Booking System Application</a:t>
            </a:r>
          </a:p>
          <a:p>
            <a:pPr eaLnBrk="1" hangingPunct="1">
              <a:lnSpc>
                <a:spcPct val="114000"/>
              </a:lnSpc>
            </a:pPr>
            <a:r>
              <a:rPr lang="en-IN" altLang="en-US" sz="1100" dirty="0"/>
              <a:t>Completed end to end case study of Flight Booking System Application along with JWT authentication, Swagger and payment testing using Stripe. </a:t>
            </a:r>
            <a:r>
              <a:rPr lang="en-US" altLang="en-US" sz="1100" dirty="0"/>
              <a:t>Material-UI and React Bootstrap used for user interface.</a:t>
            </a:r>
            <a:endParaRPr lang="en-IN" altLang="nl-NL" sz="1100" b="1" dirty="0"/>
          </a:p>
          <a:p>
            <a:pPr eaLnBrk="1" hangingPunct="1">
              <a:lnSpc>
                <a:spcPct val="114000"/>
              </a:lnSpc>
            </a:pPr>
            <a:r>
              <a:rPr lang="en-IN" altLang="nl-NL" sz="1100" b="1" dirty="0"/>
              <a:t> </a:t>
            </a:r>
            <a:r>
              <a:rPr lang="en-US" altLang="nl-NL" sz="1100" b="1" dirty="0"/>
              <a:t>Online Shopping application</a:t>
            </a:r>
          </a:p>
          <a:p>
            <a:pPr eaLnBrk="1" hangingPunct="1">
              <a:lnSpc>
                <a:spcPct val="114000"/>
              </a:lnSpc>
            </a:pPr>
            <a:r>
              <a:rPr lang="en-US" altLang="nl-NL" sz="1100" dirty="0"/>
              <a:t>Completed group case study on Online shopping application using spring boot, spring security with ReactJS.</a:t>
            </a:r>
            <a:endParaRPr lang="en-IN" altLang="nl-NL" sz="1100" dirty="0"/>
          </a:p>
          <a:p>
            <a:pPr eaLnBrk="1" hangingPunct="1">
              <a:lnSpc>
                <a:spcPct val="114000"/>
              </a:lnSpc>
            </a:pPr>
            <a:endParaRPr lang="en-IN" altLang="en-US" dirty="0"/>
          </a:p>
          <a:p>
            <a:pPr eaLnBrk="1" hangingPunct="1">
              <a:lnSpc>
                <a:spcPct val="114000"/>
              </a:lnSpc>
            </a:pPr>
            <a:endParaRPr lang="en-US" altLang="nl-NL" b="1"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IN" altLang="en-US" dirty="0"/>
          </a:p>
          <a:p>
            <a:pPr eaLnBrk="1" hangingPunct="1">
              <a:lnSpc>
                <a:spcPct val="114000"/>
              </a:lnSpc>
            </a:pPr>
            <a:endParaRPr lang="en-US" altLang="nl-NL" b="1" dirty="0"/>
          </a:p>
          <a:p>
            <a:pPr eaLnBrk="1" hangingPunct="1">
              <a:lnSpc>
                <a:spcPct val="114000"/>
              </a:lnSpc>
            </a:pPr>
            <a:br>
              <a:rPr lang="en-US" altLang="nl-NL" dirty="0"/>
            </a:br>
            <a:br>
              <a:rPr lang="en-US" altLang="nl-NL" dirty="0"/>
            </a:br>
            <a:endParaRPr lang="nl-NL" altLang="nl-NL" dirty="0"/>
          </a:p>
        </p:txBody>
      </p:sp>
      <p:sp>
        <p:nvSpPr>
          <p:cNvPr id="7171" name="Text Placeholder 21">
            <a:extLst>
              <a:ext uri="{FF2B5EF4-FFF2-40B4-BE49-F238E27FC236}">
                <a16:creationId xmlns:a16="http://schemas.microsoft.com/office/drawing/2014/main" id="{FF4CCF3B-4887-442F-A757-E5908FA1808D}"/>
              </a:ext>
            </a:extLst>
          </p:cNvPr>
          <p:cNvSpPr>
            <a:spLocks noGrp="1"/>
          </p:cNvSpPr>
          <p:nvPr>
            <p:ph type="body" sz="quarter" idx="42"/>
          </p:nvPr>
        </p:nvSpPr>
        <p:spPr>
          <a:xfrm>
            <a:off x="2468563" y="665163"/>
            <a:ext cx="6056312" cy="322262"/>
          </a:xfrm>
        </p:spPr>
        <p:txBody>
          <a:bodyPr/>
          <a:lstStyle/>
          <a:p>
            <a:pPr fontAlgn="base">
              <a:spcBef>
                <a:spcPct val="0"/>
              </a:spcBef>
            </a:pPr>
            <a:r>
              <a:rPr lang="nl-NL" altLang="nl-NL" dirty="0"/>
              <a:t>Analyst/Software Engineer</a:t>
            </a:r>
          </a:p>
        </p:txBody>
      </p:sp>
      <p:sp>
        <p:nvSpPr>
          <p:cNvPr id="7172" name="Text Placeholder 22">
            <a:extLst>
              <a:ext uri="{FF2B5EF4-FFF2-40B4-BE49-F238E27FC236}">
                <a16:creationId xmlns:a16="http://schemas.microsoft.com/office/drawing/2014/main" id="{994FC039-D8C9-4401-93CE-88467263C848}"/>
              </a:ext>
            </a:extLst>
          </p:cNvPr>
          <p:cNvSpPr>
            <a:spLocks noGrp="1"/>
          </p:cNvSpPr>
          <p:nvPr>
            <p:ph type="body" sz="quarter" idx="43"/>
          </p:nvPr>
        </p:nvSpPr>
        <p:spPr>
          <a:xfrm>
            <a:off x="3649663" y="1353344"/>
            <a:ext cx="2374900" cy="295275"/>
          </a:xfrm>
        </p:spPr>
        <p:txBody>
          <a:bodyPr/>
          <a:lstStyle/>
          <a:p>
            <a:pPr eaLnBrk="1" hangingPunct="1"/>
            <a:r>
              <a:rPr lang="nl-NL" altLang="nl-NL" dirty="0"/>
              <a:t>Bangalore</a:t>
            </a:r>
          </a:p>
          <a:p>
            <a:pPr eaLnBrk="1" hangingPunct="1"/>
            <a:endParaRPr lang="nl-NL" altLang="nl-NL" dirty="0"/>
          </a:p>
        </p:txBody>
      </p:sp>
      <p:sp>
        <p:nvSpPr>
          <p:cNvPr id="7173" name="Text Placeholder 24">
            <a:extLst>
              <a:ext uri="{FF2B5EF4-FFF2-40B4-BE49-F238E27FC236}">
                <a16:creationId xmlns:a16="http://schemas.microsoft.com/office/drawing/2014/main" id="{0DF2099D-8FC2-44CE-AB60-E2C2257CB05D}"/>
              </a:ext>
            </a:extLst>
          </p:cNvPr>
          <p:cNvSpPr>
            <a:spLocks noGrp="1"/>
          </p:cNvSpPr>
          <p:nvPr>
            <p:ph type="body" sz="quarter" idx="47"/>
          </p:nvPr>
        </p:nvSpPr>
        <p:spPr>
          <a:xfrm>
            <a:off x="3273425" y="1596138"/>
            <a:ext cx="4194175" cy="240599"/>
          </a:xfrm>
        </p:spPr>
        <p:txBody>
          <a:bodyPr/>
          <a:lstStyle/>
          <a:p>
            <a:pPr eaLnBrk="1" hangingPunct="1"/>
            <a:r>
              <a:rPr lang="nl-NL" altLang="nl-NL" dirty="0"/>
              <a:t>VEERAVALLI-SRI-SIVA-SURYA.BALAJI@CAPGEMINI.COM</a:t>
            </a:r>
          </a:p>
        </p:txBody>
      </p:sp>
      <p:sp>
        <p:nvSpPr>
          <p:cNvPr id="7174" name="Text Placeholder 25">
            <a:extLst>
              <a:ext uri="{FF2B5EF4-FFF2-40B4-BE49-F238E27FC236}">
                <a16:creationId xmlns:a16="http://schemas.microsoft.com/office/drawing/2014/main" id="{8B11FF61-9AA9-42E0-800D-B94AC06E095E}"/>
              </a:ext>
            </a:extLst>
          </p:cNvPr>
          <p:cNvSpPr>
            <a:spLocks noGrp="1"/>
          </p:cNvSpPr>
          <p:nvPr>
            <p:ph type="body" sz="quarter" idx="48"/>
          </p:nvPr>
        </p:nvSpPr>
        <p:spPr>
          <a:xfrm>
            <a:off x="3348038" y="1836737"/>
            <a:ext cx="2382837" cy="263525"/>
          </a:xfrm>
        </p:spPr>
        <p:txBody>
          <a:bodyPr/>
          <a:lstStyle/>
          <a:p>
            <a:pPr eaLnBrk="1" hangingPunct="1"/>
            <a:r>
              <a:rPr lang="nl-NL" altLang="nl-NL" dirty="0"/>
              <a:t>+91 8106235579</a:t>
            </a:r>
          </a:p>
        </p:txBody>
      </p:sp>
      <p:sp>
        <p:nvSpPr>
          <p:cNvPr id="7175" name="Text Placeholder 26">
            <a:extLst>
              <a:ext uri="{FF2B5EF4-FFF2-40B4-BE49-F238E27FC236}">
                <a16:creationId xmlns:a16="http://schemas.microsoft.com/office/drawing/2014/main" id="{BADEA8C0-D1A3-4608-9E63-683339DCC944}"/>
              </a:ext>
            </a:extLst>
          </p:cNvPr>
          <p:cNvSpPr>
            <a:spLocks noGrp="1"/>
          </p:cNvSpPr>
          <p:nvPr>
            <p:ph type="body" sz="quarter" idx="50"/>
          </p:nvPr>
        </p:nvSpPr>
        <p:spPr>
          <a:xfrm>
            <a:off x="438150" y="2672557"/>
            <a:ext cx="4057650" cy="2509043"/>
          </a:xfrm>
        </p:spPr>
        <p:txBody>
          <a:bodyPr/>
          <a:lstStyle/>
          <a:p>
            <a:r>
              <a:rPr lang="en-US" altLang="en-US" sz="1100" b="1" dirty="0"/>
              <a:t>Full Stack Developer</a:t>
            </a:r>
          </a:p>
          <a:p>
            <a:pPr marL="171450" indent="-171450">
              <a:buFont typeface="Arial" panose="020B0604020202020204" pitchFamily="34" charset="0"/>
              <a:buChar char="•"/>
            </a:pPr>
            <a:r>
              <a:rPr lang="en-US" sz="1100" dirty="0"/>
              <a:t>Hands on experience in creating </a:t>
            </a:r>
            <a:r>
              <a:rPr lang="en-US" sz="1100" b="1" dirty="0"/>
              <a:t>microservices</a:t>
            </a:r>
            <a:r>
              <a:rPr lang="en-US" sz="1100" dirty="0"/>
              <a:t> with </a:t>
            </a:r>
            <a:r>
              <a:rPr lang="en-US" sz="1100" b="1" dirty="0" err="1"/>
              <a:t>Springboot</a:t>
            </a:r>
            <a:r>
              <a:rPr lang="en-US" sz="1100" b="1" dirty="0"/>
              <a:t>, Spring Security, Spring Cloud API Gateway,</a:t>
            </a:r>
            <a:r>
              <a:rPr lang="en-US" sz="1100" dirty="0"/>
              <a:t> Eureka server.</a:t>
            </a:r>
          </a:p>
          <a:p>
            <a:pPr marL="171450" indent="-171450">
              <a:buFont typeface="Arial" panose="020B0604020202020204" pitchFamily="34" charset="0"/>
              <a:buChar char="•"/>
            </a:pPr>
            <a:r>
              <a:rPr lang="en-US" sz="1100" dirty="0"/>
              <a:t>Proficient in creating </a:t>
            </a:r>
            <a:r>
              <a:rPr lang="en-US" sz="1100" b="1" dirty="0"/>
              <a:t>Single page Web</a:t>
            </a:r>
            <a:r>
              <a:rPr lang="en-US" sz="1100" dirty="0"/>
              <a:t> Application in </a:t>
            </a:r>
            <a:r>
              <a:rPr lang="en-US" sz="1100" b="1" dirty="0"/>
              <a:t>React.</a:t>
            </a:r>
            <a:r>
              <a:rPr lang="en-US" sz="1100" dirty="0"/>
              <a:t> </a:t>
            </a:r>
          </a:p>
          <a:p>
            <a:pPr marL="171450" indent="-171450">
              <a:buFont typeface="Arial" panose="020B0604020202020204" pitchFamily="34" charset="0"/>
              <a:buChar char="•"/>
            </a:pPr>
            <a:r>
              <a:rPr lang="en-US" sz="1100" dirty="0"/>
              <a:t>React developer with working knowledge on ReactJS with react hooks, reactive forms, routing and Material UI.</a:t>
            </a:r>
          </a:p>
          <a:p>
            <a:pPr marL="171450" indent="-171450">
              <a:buFont typeface="Arial" panose="020B0604020202020204" pitchFamily="34" charset="0"/>
              <a:buChar char="•"/>
            </a:pPr>
            <a:r>
              <a:rPr lang="en-US" sz="1100" dirty="0"/>
              <a:t>Experience in creating documentation with Java docs and swagger and in </a:t>
            </a:r>
            <a:r>
              <a:rPr lang="en-US" sz="1100" b="1" dirty="0"/>
              <a:t>unit testing using Junit, Mockito.</a:t>
            </a:r>
          </a:p>
          <a:p>
            <a:pPr marL="171450" indent="-171450">
              <a:buFont typeface="Arial" panose="020B0604020202020204" pitchFamily="34" charset="0"/>
              <a:buChar char="•"/>
            </a:pPr>
            <a:r>
              <a:rPr lang="en-US" sz="1100" dirty="0"/>
              <a:t>Development experience using </a:t>
            </a:r>
            <a:r>
              <a:rPr lang="en-US" sz="1100" b="1" dirty="0"/>
              <a:t>Eclipse, IntelliJ, VS code, Postman API connection and MongoDB </a:t>
            </a:r>
            <a:r>
              <a:rPr lang="en-US" sz="1100" dirty="0"/>
              <a:t>by </a:t>
            </a:r>
            <a:r>
              <a:rPr lang="en-US" sz="1100" b="1" dirty="0"/>
              <a:t>Atlas</a:t>
            </a:r>
            <a:r>
              <a:rPr lang="en-US" sz="1100" dirty="0"/>
              <a:t>.</a:t>
            </a:r>
            <a:endParaRPr lang="en-US" altLang="nl-NL" sz="1100" dirty="0"/>
          </a:p>
        </p:txBody>
      </p:sp>
      <p:sp>
        <p:nvSpPr>
          <p:cNvPr id="7178" name="Text Placeholder 1">
            <a:extLst>
              <a:ext uri="{FF2B5EF4-FFF2-40B4-BE49-F238E27FC236}">
                <a16:creationId xmlns:a16="http://schemas.microsoft.com/office/drawing/2014/main" id="{3959C7F9-3FBF-4100-BACD-7A75D3D2E90B}"/>
              </a:ext>
            </a:extLst>
          </p:cNvPr>
          <p:cNvSpPr>
            <a:spLocks noGrp="1"/>
          </p:cNvSpPr>
          <p:nvPr>
            <p:ph type="body" sz="quarter" idx="41"/>
          </p:nvPr>
        </p:nvSpPr>
        <p:spPr>
          <a:xfrm>
            <a:off x="2468563" y="290513"/>
            <a:ext cx="6223000" cy="306387"/>
          </a:xfrm>
        </p:spPr>
        <p:txBody>
          <a:bodyPr/>
          <a:lstStyle/>
          <a:p>
            <a:r>
              <a:rPr lang="en-US" altLang="en-US" dirty="0"/>
              <a:t>Veeravalli Sri Siva Surya Balaji</a:t>
            </a:r>
            <a:endParaRPr lang="en-IN" altLang="en-US" dirty="0"/>
          </a:p>
        </p:txBody>
      </p:sp>
      <p:sp>
        <p:nvSpPr>
          <p:cNvPr id="7183" name="Text Placeholder 25">
            <a:extLst>
              <a:ext uri="{FF2B5EF4-FFF2-40B4-BE49-F238E27FC236}">
                <a16:creationId xmlns:a16="http://schemas.microsoft.com/office/drawing/2014/main" id="{B8C26D43-3971-4B32-9403-96D3E3AC5656}"/>
              </a:ext>
            </a:extLst>
          </p:cNvPr>
          <p:cNvSpPr txBox="1">
            <a:spLocks noChangeArrowheads="1"/>
          </p:cNvSpPr>
          <p:nvPr/>
        </p:nvSpPr>
        <p:spPr bwMode="white">
          <a:xfrm>
            <a:off x="3048092" y="1969248"/>
            <a:ext cx="238125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lnSpc>
                <a:spcPts val="2200"/>
              </a:lnSpc>
              <a:spcAft>
                <a:spcPts val="600"/>
              </a:spcAft>
              <a:buFont typeface="Arial" panose="020B0604020202020204" pitchFamily="34" charset="0"/>
              <a:defRPr>
                <a:solidFill>
                  <a:schemeClr val="tx1"/>
                </a:solidFill>
                <a:latin typeface="Verdana" panose="020B0604030504040204" pitchFamily="34" charset="0"/>
              </a:defRPr>
            </a:lvl1pPr>
            <a:lvl2pPr marL="233363" indent="-228600">
              <a:lnSpc>
                <a:spcPts val="2000"/>
              </a:lnSpc>
              <a:spcAft>
                <a:spcPts val="600"/>
              </a:spcAft>
              <a:buClr>
                <a:schemeClr val="accent1"/>
              </a:buClr>
              <a:buFont typeface="Wingdings" panose="05000000000000000000" pitchFamily="2" charset="2"/>
              <a:buChar char="§"/>
              <a:defRPr sz="1600">
                <a:solidFill>
                  <a:schemeClr val="tx1"/>
                </a:solidFill>
                <a:latin typeface="Verdana" panose="020B0604030504040204" pitchFamily="34" charset="0"/>
              </a:defRPr>
            </a:lvl2pPr>
            <a:lvl3pPr marL="457200" indent="-223838">
              <a:lnSpc>
                <a:spcPts val="1600"/>
              </a:lnSpc>
              <a:spcAft>
                <a:spcPts val="600"/>
              </a:spcAft>
              <a:buClr>
                <a:schemeClr val="accent1"/>
              </a:buClr>
              <a:buFont typeface="Arial" panose="020B0604020202020204" pitchFamily="34" charset="0"/>
              <a:buChar char="•"/>
              <a:defRPr sz="1400">
                <a:solidFill>
                  <a:schemeClr val="tx1"/>
                </a:solidFill>
                <a:latin typeface="Verdana" panose="020B0604030504040204" pitchFamily="34" charset="0"/>
              </a:defRPr>
            </a:lvl3pPr>
            <a:lvl4pPr marL="690563" indent="-233363">
              <a:lnSpc>
                <a:spcPct val="90000"/>
              </a:lnSpc>
              <a:spcAft>
                <a:spcPts val="600"/>
              </a:spcAft>
              <a:buClr>
                <a:schemeClr val="accent1"/>
              </a:buClr>
              <a:buFont typeface="Arial" panose="020B0604020202020204" pitchFamily="34" charset="0"/>
              <a:buChar char="‒"/>
              <a:defRPr sz="1200">
                <a:solidFill>
                  <a:schemeClr val="tx1"/>
                </a:solidFill>
                <a:latin typeface="Verdana" panose="020B0604030504040204" pitchFamily="34" charset="0"/>
              </a:defRPr>
            </a:lvl4pPr>
            <a:lvl5pPr marL="2057400" indent="-228600">
              <a:lnSpc>
                <a:spcPct val="90000"/>
              </a:lnSpc>
              <a:spcBef>
                <a:spcPts val="500"/>
              </a:spcBef>
              <a:buFont typeface="Arial" panose="020B0604020202020204" pitchFamily="34" charset="0"/>
              <a:buChar char="•"/>
              <a:defRPr sz="1400">
                <a:solidFill>
                  <a:schemeClr val="tx1"/>
                </a:solidFill>
                <a:latin typeface="Verdana" panose="020B060403050404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Verdana" panose="020B0604030504040204" pitchFamily="34" charset="0"/>
              </a:defRPr>
            </a:lvl9pPr>
          </a:lstStyle>
          <a:p>
            <a:pPr marL="0" marR="0" lvl="0" indent="0" algn="l" defTabSz="914400" rtl="0" eaLnBrk="1" fontAlgn="auto" latinLnBrk="0" hangingPunct="1">
              <a:lnSpc>
                <a:spcPts val="2200"/>
              </a:lnSpc>
              <a:spcBef>
                <a:spcPts val="0"/>
              </a:spcBef>
              <a:spcAft>
                <a:spcPts val="600"/>
              </a:spcAft>
              <a:buClrTx/>
              <a:buSzTx/>
              <a:buFont typeface="Arial" panose="020B0604020202020204" pitchFamily="34" charset="0"/>
              <a:buNone/>
              <a:tabLst/>
              <a:defRPr/>
            </a:pPr>
            <a:r>
              <a:rPr kumimoji="0" lang="nl-NL" altLang="nl-NL" sz="1100" b="0" i="0" u="none" strike="noStrike" kern="1200" cap="none" spc="0" normalizeH="0" baseline="0" noProof="0">
                <a:ln>
                  <a:noFill/>
                </a:ln>
                <a:solidFill>
                  <a:srgbClr val="FFFFFF"/>
                </a:solidFill>
                <a:effectLst/>
                <a:uLnTx/>
                <a:uFillTx/>
                <a:latin typeface="Verdana" panose="020B0604030504040204" pitchFamily="34" charset="0"/>
                <a:ea typeface="+mn-ea"/>
                <a:cs typeface="+mn-cs"/>
              </a:rPr>
              <a:t>A4</a:t>
            </a:r>
          </a:p>
        </p:txBody>
      </p:sp>
      <p:sp>
        <p:nvSpPr>
          <p:cNvPr id="5" name="Rectangle 4">
            <a:extLst>
              <a:ext uri="{FF2B5EF4-FFF2-40B4-BE49-F238E27FC236}">
                <a16:creationId xmlns:a16="http://schemas.microsoft.com/office/drawing/2014/main" id="{4E726CED-1BAF-414A-893B-4626E9B6F2B4}"/>
              </a:ext>
            </a:extLst>
          </p:cNvPr>
          <p:cNvSpPr/>
          <p:nvPr/>
        </p:nvSpPr>
        <p:spPr>
          <a:xfrm>
            <a:off x="9499417" y="547041"/>
            <a:ext cx="2424112" cy="425950"/>
          </a:xfrm>
          <a:prstGeom prst="rect">
            <a:avLst/>
          </a:prstGeom>
        </p:spPr>
        <p:txBody>
          <a:bodyPr wrap="square">
            <a:spAutoFit/>
          </a:bodyPr>
          <a:lstStyle/>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altLang="nl-NL" sz="10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Bachelor of Engineering </a:t>
            </a:r>
          </a:p>
          <a:p>
            <a:pPr marL="0" marR="0" lvl="0" indent="0" algn="l" defTabSz="914400" rtl="0" eaLnBrk="1" fontAlgn="auto" latinLnBrk="0" hangingPunct="1">
              <a:lnSpc>
                <a:spcPct val="114000"/>
              </a:lnSpc>
              <a:spcBef>
                <a:spcPts val="0"/>
              </a:spcBef>
              <a:spcAft>
                <a:spcPts val="0"/>
              </a:spcAft>
              <a:buClrTx/>
              <a:buSzTx/>
              <a:buFontTx/>
              <a:buNone/>
              <a:tabLst/>
              <a:defRPr/>
            </a:pPr>
            <a:r>
              <a:rPr kumimoji="0" lang="en-US" altLang="nl-NL" sz="1000" b="0" i="0" u="none" strike="noStrike" kern="1200" cap="none" spc="0" normalizeH="0" baseline="0" noProof="0" dirty="0">
                <a:ln>
                  <a:noFill/>
                </a:ln>
                <a:solidFill>
                  <a:prstClr val="black"/>
                </a:solidFill>
                <a:effectLst/>
                <a:uLnTx/>
                <a:uFillTx/>
                <a:latin typeface="Verdana" panose="020B0604030504040204" pitchFamily="34" charset="0"/>
                <a:ea typeface="+mn-ea"/>
                <a:cs typeface="+mn-cs"/>
              </a:rPr>
              <a:t>Civil Engineering : 2018 - 2022</a:t>
            </a:r>
          </a:p>
        </p:txBody>
      </p:sp>
      <p:sp>
        <p:nvSpPr>
          <p:cNvPr id="6" name="Rectangle 5">
            <a:extLst>
              <a:ext uri="{FF2B5EF4-FFF2-40B4-BE49-F238E27FC236}">
                <a16:creationId xmlns:a16="http://schemas.microsoft.com/office/drawing/2014/main" id="{1616387D-79C4-4D2C-8F4C-617036B1459A}"/>
              </a:ext>
            </a:extLst>
          </p:cNvPr>
          <p:cNvSpPr/>
          <p:nvPr/>
        </p:nvSpPr>
        <p:spPr>
          <a:xfrm>
            <a:off x="9242029" y="939723"/>
            <a:ext cx="567784" cy="2462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nl-NL" sz="1000" b="1" i="0" u="none" strike="noStrike" kern="1200" cap="none" spc="0" normalizeH="0" baseline="0" noProof="0" dirty="0">
                <a:ln>
                  <a:noFill/>
                </a:ln>
                <a:solidFill>
                  <a:srgbClr val="0070AD"/>
                </a:solidFill>
                <a:effectLst/>
                <a:uLnTx/>
                <a:uFillTx/>
                <a:latin typeface="Verdana" panose="020B0604030504040204" pitchFamily="34" charset="0"/>
                <a:ea typeface="+mn-ea"/>
                <a:cs typeface="+mn-cs"/>
              </a:rPr>
              <a:t>Skills</a:t>
            </a:r>
            <a:endParaRPr kumimoji="0" lang="en-US" sz="1000" b="0" i="0" u="none" strike="noStrike" kern="1200" cap="none" spc="0" normalizeH="0" baseline="0" noProof="0" dirty="0">
              <a:ln>
                <a:noFill/>
              </a:ln>
              <a:solidFill>
                <a:prstClr val="black"/>
              </a:solidFill>
              <a:effectLst/>
              <a:uLnTx/>
              <a:uFillTx/>
              <a:latin typeface="Verdana"/>
              <a:ea typeface="+mn-ea"/>
              <a:cs typeface="+mn-cs"/>
            </a:endParaRPr>
          </a:p>
        </p:txBody>
      </p:sp>
      <p:pic>
        <p:nvPicPr>
          <p:cNvPr id="4" name="Picture Placeholder 3">
            <a:extLst>
              <a:ext uri="{FF2B5EF4-FFF2-40B4-BE49-F238E27FC236}">
                <a16:creationId xmlns:a16="http://schemas.microsoft.com/office/drawing/2014/main" id="{DC3327D6-4E19-CDBB-BBCC-630BA2ACA3F2}"/>
              </a:ext>
            </a:extLst>
          </p:cNvPr>
          <p:cNvPicPr>
            <a:picLocks noGrp="1" noChangeAspect="1"/>
          </p:cNvPicPr>
          <p:nvPr>
            <p:ph type="pic" sz="quarter" idx="46"/>
          </p:nvPr>
        </p:nvPicPr>
        <p:blipFill>
          <a:blip r:embed="rId3">
            <a:extLst>
              <a:ext uri="{28A0092B-C50C-407E-A947-70E740481C1C}">
                <a14:useLocalDpi xmlns:a14="http://schemas.microsoft.com/office/drawing/2010/main" val="0"/>
              </a:ext>
            </a:extLst>
          </a:blip>
          <a:srcRect t="11945" b="11945"/>
          <a:stretch>
            <a:fillRect/>
          </a:stretch>
        </p:blipFill>
        <p:spPr>
          <a:xfrm>
            <a:off x="305881" y="253510"/>
            <a:ext cx="1734208" cy="1735628"/>
          </a:xfrm>
        </p:spPr>
      </p:pic>
    </p:spTree>
    <p:extLst>
      <p:ext uri="{BB962C8B-B14F-4D97-AF65-F5344CB8AC3E}">
        <p14:creationId xmlns:p14="http://schemas.microsoft.com/office/powerpoint/2010/main" val="362227586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G_2012_Template">
  <a:themeElements>
    <a:clrScheme name="Capgemini colors">
      <a:dk1>
        <a:srgbClr val="263147"/>
      </a:dk1>
      <a:lt1>
        <a:sysClr val="window" lastClr="FFFFFF"/>
      </a:lt1>
      <a:dk2>
        <a:srgbClr val="998C85"/>
      </a:dk2>
      <a:lt2>
        <a:srgbClr val="909090"/>
      </a:lt2>
      <a:accent1>
        <a:srgbClr val="FFBC1D"/>
      </a:accent1>
      <a:accent2>
        <a:srgbClr val="E47E1A"/>
      </a:accent2>
      <a:accent3>
        <a:srgbClr val="AC2B37"/>
      </a:accent3>
      <a:accent4>
        <a:srgbClr val="762C7C"/>
      </a:accent4>
      <a:accent5>
        <a:srgbClr val="0098C7"/>
      </a:accent5>
      <a:accent6>
        <a:srgbClr val="B7BE16"/>
      </a:accent6>
      <a:hlink>
        <a:srgbClr val="A2BFAF"/>
      </a:hlink>
      <a:folHlink>
        <a:srgbClr val="AF1C63"/>
      </a:folHlink>
    </a:clrScheme>
    <a:fontScheme name="Capgemini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2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id="{19B96144-1B90-4243-8535-F36EF2586247}" vid="{2C859F1C-AF6F-49E9-BAD6-1D458EC0F9B7}"/>
    </a:ext>
  </a:extLst>
</a:theme>
</file>

<file path=ppt/theme/theme3.xml><?xml version="1.0" encoding="utf-8"?>
<a:theme xmlns:a="http://schemas.openxmlformats.org/drawingml/2006/main" name="Tema do Offic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0ffb6ef-0000-48aa-9041-fb29fcb198e5">
      <Terms xmlns="http://schemas.microsoft.com/office/infopath/2007/PartnerControls"/>
    </lcf76f155ced4ddcb4097134ff3c332f>
    <TaxCatchAll xmlns="900c2a09-0d28-449b-b8ad-3e76d664ec4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3F2D984F0DC8B4F81A100EEA18D209A" ma:contentTypeVersion="12" ma:contentTypeDescription="Create a new document." ma:contentTypeScope="" ma:versionID="c8b7a84c3ffa203a33e73c9a0eacaf0c">
  <xsd:schema xmlns:xsd="http://www.w3.org/2001/XMLSchema" xmlns:xs="http://www.w3.org/2001/XMLSchema" xmlns:p="http://schemas.microsoft.com/office/2006/metadata/properties" xmlns:ns2="e0ffb6ef-0000-48aa-9041-fb29fcb198e5" xmlns:ns3="900c2a09-0d28-449b-b8ad-3e76d664ec44" targetNamespace="http://schemas.microsoft.com/office/2006/metadata/properties" ma:root="true" ma:fieldsID="9f1229bde29e73ea29286fbdda2b4ab6" ns2:_="" ns3:_="">
    <xsd:import namespace="e0ffb6ef-0000-48aa-9041-fb29fcb198e5"/>
    <xsd:import namespace="900c2a09-0d28-449b-b8ad-3e76d664ec4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ffb6ef-0000-48aa-9041-fb29fcb198e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00c2a09-0d28-449b-b8ad-3e76d664ec4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dfe5ddd-bb25-4adb-93a2-938a30b22837}" ma:internalName="TaxCatchAll" ma:showField="CatchAllData" ma:web="900c2a09-0d28-449b-b8ad-3e76d664ec44">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30857F-5B57-4BA6-87F2-356B3F6438EF}">
  <ds:schemaRefs>
    <ds:schemaRef ds:uri="http://purl.org/dc/elements/1.1/"/>
    <ds:schemaRef ds:uri="http://schemas.microsoft.com/office/2006/metadata/properties"/>
    <ds:schemaRef ds:uri="http://schemas.microsoft.com/office/2006/documentManagement/types"/>
    <ds:schemaRef ds:uri="25289c4b-8fd1-4155-b56f-82d6fa13afd3"/>
    <ds:schemaRef ds:uri="http://purl.org/dc/terms/"/>
    <ds:schemaRef ds:uri="c43bfbf7-b5f8-4451-8464-ef79a2e28ca1"/>
    <ds:schemaRef ds:uri="http://purl.org/dc/dcmitype/"/>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03F6FF6-7467-444C-996C-CF13735FDEC5}"/>
</file>

<file path=customXml/itemProps3.xml><?xml version="1.0" encoding="utf-8"?>
<ds:datastoreItem xmlns:ds="http://schemas.openxmlformats.org/officeDocument/2006/customXml" ds:itemID="{C79773B3-BEED-4422-883D-E6632C7C712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ppt-template_Capgemini-2020 (7)</Template>
  <TotalTime>2117</TotalTime>
  <Words>337</Words>
  <Application>Microsoft Office PowerPoint</Application>
  <PresentationFormat>Widescreen</PresentationFormat>
  <Paragraphs>58</Paragraphs>
  <Slides>1</Slides>
  <Notes>1</Notes>
  <HiddenSlides>0</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1</vt:i4>
      </vt:variant>
    </vt:vector>
  </HeadingPairs>
  <TitlesOfParts>
    <vt:vector size="7" baseType="lpstr">
      <vt:lpstr>Arial</vt:lpstr>
      <vt:lpstr>Verdana</vt:lpstr>
      <vt:lpstr>Wingdings</vt:lpstr>
      <vt:lpstr>1_CG_2012_Template</vt:lpstr>
      <vt:lpstr>2_Capgemini Master</vt:lpstr>
      <vt:lpstr>think-cell Slide</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ppt template</dc:subject>
  <dc:creator>Bapat, Rashmi</dc:creator>
  <cp:lastModifiedBy>Surya Veeravalli</cp:lastModifiedBy>
  <cp:revision>106</cp:revision>
  <dcterms:created xsi:type="dcterms:W3CDTF">2020-09-22T06:24:34Z</dcterms:created>
  <dcterms:modified xsi:type="dcterms:W3CDTF">2022-10-28T20:03:10Z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0x010100C3F2D984F0DC8B4F81A100EEA18D209A</vt:lpwstr>
  </property>
</Properties>
</file>